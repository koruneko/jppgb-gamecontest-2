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48" r:id="rId1"/>
  </p:sldMasterIdLst>
  <p:notesMasterIdLst>
    <p:notesMasterId r:id="rId22"/>
  </p:notesMasterIdLst>
  <p:sldIdLst>
    <p:sldId id="273" r:id="rId2"/>
    <p:sldId id="266" r:id="rId3"/>
    <p:sldId id="274" r:id="rId4"/>
    <p:sldId id="290" r:id="rId5"/>
    <p:sldId id="282" r:id="rId6"/>
    <p:sldId id="275" r:id="rId7"/>
    <p:sldId id="276" r:id="rId8"/>
    <p:sldId id="277" r:id="rId9"/>
    <p:sldId id="281" r:id="rId10"/>
    <p:sldId id="279" r:id="rId11"/>
    <p:sldId id="283" r:id="rId12"/>
    <p:sldId id="280" r:id="rId13"/>
    <p:sldId id="278" r:id="rId14"/>
    <p:sldId id="284" r:id="rId15"/>
    <p:sldId id="286" r:id="rId16"/>
    <p:sldId id="287" r:id="rId17"/>
    <p:sldId id="288" r:id="rId18"/>
    <p:sldId id="289" r:id="rId19"/>
    <p:sldId id="29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930B0-92F1-43B2-A710-4FB5D2970ABD}" v="1586" dt="2025-10-15T16:54:57.066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79" autoAdjust="0"/>
    <p:restoredTop sz="96613" autoAdjust="0"/>
  </p:normalViewPr>
  <p:slideViewPr>
    <p:cSldViewPr snapToGrid="0">
      <p:cViewPr varScale="1">
        <p:scale>
          <a:sx n="118" d="100"/>
          <a:sy n="118" d="100"/>
        </p:scale>
        <p:origin x="1944" y="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8F5F2-D7C3-4018-A80C-6C1ABE1C7D3A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F9279-1694-4E4C-80B2-998C3466E9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165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1F97779-7903-5027-0229-5F084B763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Meiryo UI" panose="020B0604030504040204" pitchFamily="50" charset="-128"/>
              </a:defRPr>
            </a:lvl1pPr>
          </a:lstStyle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B16A070-CCE2-DCCE-DB9B-57277C39B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Meiryo UI" panose="020B0604030504040204" pitchFamily="50" charset="-128"/>
              </a:defRPr>
            </a:lvl1pPr>
          </a:lstStyle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</p:spTree>
    <p:extLst>
      <p:ext uri="{BB962C8B-B14F-4D97-AF65-F5344CB8AC3E}">
        <p14:creationId xmlns:p14="http://schemas.microsoft.com/office/powerpoint/2010/main" val="374056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0CF95D7-094C-7867-C2D7-75DEEC03B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Meiryo UI" panose="020B0604030504040204" pitchFamily="50" charset="-128"/>
              </a:defRPr>
            </a:lvl1pPr>
          </a:lstStyle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6FE98-7035-93A8-765C-9D7C94E39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Meiryo UI" panose="020B0604030504040204" pitchFamily="50" charset="-128"/>
              </a:defRPr>
            </a:lvl1pPr>
          </a:lstStyle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</p:spTree>
    <p:extLst>
      <p:ext uri="{BB962C8B-B14F-4D97-AF65-F5344CB8AC3E}">
        <p14:creationId xmlns:p14="http://schemas.microsoft.com/office/powerpoint/2010/main" val="309025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90A1DDF-9DE0-190A-C32A-01FBCF273D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Meiryo UI" panose="020B0604030504040204" pitchFamily="50" charset="-128"/>
              </a:defRPr>
            </a:lvl1pPr>
          </a:lstStyle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3663DE2-665F-DF02-78BE-B8943C749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Meiryo UI" panose="020B0604030504040204" pitchFamily="50" charset="-128"/>
              </a:defRPr>
            </a:lvl1pPr>
          </a:lstStyle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</p:spTree>
    <p:extLst>
      <p:ext uri="{BB962C8B-B14F-4D97-AF65-F5344CB8AC3E}">
        <p14:creationId xmlns:p14="http://schemas.microsoft.com/office/powerpoint/2010/main" val="428942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02231"/>
            <a:ext cx="11257280" cy="51090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  <a:latin typeface="Meiryo UI" panose="020B0604030504040204" pitchFamily="50" charset="-128"/>
              </a:defRPr>
            </a:lvl1pPr>
          </a:lstStyle>
          <a:p>
            <a:fld id="{19590046-DA73-4BBF-84B5-C08E6F7519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E9203AD-A706-6EF9-9F84-6E3FDC1DFE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Meiryo UI" panose="020B0604030504040204" pitchFamily="50" charset="-128"/>
              </a:defRPr>
            </a:lvl1pPr>
          </a:lstStyle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85BDDCB-41BF-86A5-09AF-77DB458C5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Meiryo UI" panose="020B0604030504040204" pitchFamily="50" charset="-128"/>
              </a:defRPr>
            </a:lvl1pPr>
          </a:lstStyle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</p:spTree>
    <p:extLst>
      <p:ext uri="{BB962C8B-B14F-4D97-AF65-F5344CB8AC3E}">
        <p14:creationId xmlns:p14="http://schemas.microsoft.com/office/powerpoint/2010/main" val="173484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4" r:id="rId2"/>
    <p:sldLayoutId id="2147483850" r:id="rId3"/>
  </p:sldLayoutIdLst>
  <p:hf sldNum="0"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3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Meiryo UI" panose="020B0604030504040204" pitchFamily="50" charset="-128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hyperlink" Target="https://powerclub.connpass.com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hyperlink" Target="https://x.com/meccha__eeyan" TargetMode="External"/><Relationship Id="rId4" Type="http://schemas.openxmlformats.org/officeDocument/2006/relationships/image" Target="../media/image5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QoAp8tbg57g?feature=oemb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apps.powerapps.com/play/e/2b23c9c4-2938-e51a-b3d4-8172742923b0/a/5ae68bd4-72b8-414a-b015-91a1561aa5fa?tenantId=dc9f5d7d-3d25-4399-94a1-ff9a4c673afa&amp;hint=582dd706-617c-4121-a283-68ee32aa4d35&amp;sourcetime=1718806404943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jpeg"/><Relationship Id="rId5" Type="http://schemas.openxmlformats.org/officeDocument/2006/relationships/hyperlink" Target="https://koruneko.github.io/JPPGB-GameContest-1/" TargetMode="External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ja-jp/power-platform/power-fx/reference/signals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TjGcgaPE2cI?feature=oembed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6EFDF1C-F4A3-B4A9-CCD9-DFC848B828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6000" dirty="0"/>
              <a:t>がんばれハム子 製作秘話</a:t>
            </a:r>
          </a:p>
        </p:txBody>
      </p:sp>
      <p:sp>
        <p:nvSpPr>
          <p:cNvPr id="2" name="日付プレースホルダー 2">
            <a:extLst>
              <a:ext uri="{FF2B5EF4-FFF2-40B4-BE49-F238E27FC236}">
                <a16:creationId xmlns:a16="http://schemas.microsoft.com/office/drawing/2014/main" id="{C7D2BB45-B69D-4B3F-83B8-F29B7E85A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  <a:endParaRPr 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4CBF029D-1E29-0B8C-2E7D-05EFC8D22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  <a:endParaRPr lang="en-US" dirty="0"/>
          </a:p>
        </p:txBody>
      </p:sp>
      <p:pic>
        <p:nvPicPr>
          <p:cNvPr id="1026" name="Picture 2" descr="【JPPGB】ゲーム作成コンテスト #2">
            <a:extLst>
              <a:ext uri="{FF2B5EF4-FFF2-40B4-BE49-F238E27FC236}">
                <a16:creationId xmlns:a16="http://schemas.microsoft.com/office/drawing/2014/main" id="{C8EDF403-B3E5-A76F-E2D8-97A4F7F1B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03722" y="316523"/>
            <a:ext cx="38100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 descr="屋内, 猫, 座る, 探す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4E577BE-1301-370F-217E-1B6B211065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9430484" y="1863984"/>
            <a:ext cx="2342416" cy="2342416"/>
          </a:xfrm>
          <a:custGeom>
            <a:avLst/>
            <a:gdLst>
              <a:gd name="connsiteX0" fmla="*/ 0 w 3705726"/>
              <a:gd name="connsiteY0" fmla="*/ 1852863 h 3705726"/>
              <a:gd name="connsiteX1" fmla="*/ 1852863 w 3705726"/>
              <a:gd name="connsiteY1" fmla="*/ 0 h 3705726"/>
              <a:gd name="connsiteX2" fmla="*/ 3705726 w 3705726"/>
              <a:gd name="connsiteY2" fmla="*/ 1852863 h 3705726"/>
              <a:gd name="connsiteX3" fmla="*/ 1852863 w 3705726"/>
              <a:gd name="connsiteY3" fmla="*/ 3705726 h 3705726"/>
              <a:gd name="connsiteX4" fmla="*/ 0 w 3705726"/>
              <a:gd name="connsiteY4" fmla="*/ 1852863 h 3705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5726" h="3705726">
                <a:moveTo>
                  <a:pt x="0" y="1852863"/>
                </a:moveTo>
                <a:cubicBezTo>
                  <a:pt x="0" y="829555"/>
                  <a:pt x="829555" y="0"/>
                  <a:pt x="1852863" y="0"/>
                </a:cubicBezTo>
                <a:cubicBezTo>
                  <a:pt x="2876171" y="0"/>
                  <a:pt x="3705726" y="829555"/>
                  <a:pt x="3705726" y="1852863"/>
                </a:cubicBezTo>
                <a:cubicBezTo>
                  <a:pt x="3705726" y="2876171"/>
                  <a:pt x="2876171" y="3705726"/>
                  <a:pt x="1852863" y="3705726"/>
                </a:cubicBezTo>
                <a:cubicBezTo>
                  <a:pt x="829555" y="3705726"/>
                  <a:pt x="0" y="2876171"/>
                  <a:pt x="0" y="1852863"/>
                </a:cubicBezTo>
                <a:close/>
              </a:path>
            </a:pathLst>
          </a:custGeom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67851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ロゴ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7261CB1-7008-972B-6564-99346C8B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3"/>
          <a:stretch>
            <a:fillRect/>
          </a:stretch>
        </p:blipFill>
        <p:spPr>
          <a:xfrm>
            <a:off x="253559" y="882578"/>
            <a:ext cx="1726852" cy="1718519"/>
          </a:xfrm>
          <a:custGeom>
            <a:avLst/>
            <a:gdLst>
              <a:gd name="connsiteX0" fmla="*/ 3429000 w 6858000"/>
              <a:gd name="connsiteY0" fmla="*/ 0 h 6824910"/>
              <a:gd name="connsiteX1" fmla="*/ 6858000 w 6858000"/>
              <a:gd name="connsiteY1" fmla="*/ 3429000 h 6824910"/>
              <a:gd name="connsiteX2" fmla="*/ 3951203 w 6858000"/>
              <a:gd name="connsiteY2" fmla="*/ 6818490 h 6824910"/>
              <a:gd name="connsiteX3" fmla="*/ 3900682 w 6858000"/>
              <a:gd name="connsiteY3" fmla="*/ 6824910 h 6824910"/>
              <a:gd name="connsiteX4" fmla="*/ 2957319 w 6858000"/>
              <a:gd name="connsiteY4" fmla="*/ 6824910 h 6824910"/>
              <a:gd name="connsiteX5" fmla="*/ 2906798 w 6858000"/>
              <a:gd name="connsiteY5" fmla="*/ 6818490 h 6824910"/>
              <a:gd name="connsiteX6" fmla="*/ 0 w 6858000"/>
              <a:gd name="connsiteY6" fmla="*/ 3429000 h 6824910"/>
              <a:gd name="connsiteX7" fmla="*/ 3429000 w 6858000"/>
              <a:gd name="connsiteY7" fmla="*/ 0 h 6824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6824910">
                <a:moveTo>
                  <a:pt x="3429000" y="0"/>
                </a:moveTo>
                <a:cubicBezTo>
                  <a:pt x="5322784" y="0"/>
                  <a:pt x="6858000" y="1535216"/>
                  <a:pt x="6858000" y="3429000"/>
                </a:cubicBezTo>
                <a:cubicBezTo>
                  <a:pt x="6858000" y="5145242"/>
                  <a:pt x="5597144" y="6566996"/>
                  <a:pt x="3951203" y="6818490"/>
                </a:cubicBezTo>
                <a:lnTo>
                  <a:pt x="3900682" y="6824910"/>
                </a:lnTo>
                <a:lnTo>
                  <a:pt x="2957319" y="6824910"/>
                </a:lnTo>
                <a:lnTo>
                  <a:pt x="2906798" y="6818490"/>
                </a:lnTo>
                <a:cubicBezTo>
                  <a:pt x="1260856" y="6566996"/>
                  <a:pt x="0" y="5145242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lose/>
              </a:path>
            </a:pathLst>
          </a:cu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922291E-6EF8-FFDD-2970-B61958B6E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自己紹介</a:t>
            </a:r>
          </a:p>
        </p:txBody>
      </p:sp>
      <p:sp>
        <p:nvSpPr>
          <p:cNvPr id="5" name="テキスト プレースホルダー 3">
            <a:extLst>
              <a:ext uri="{FF2B5EF4-FFF2-40B4-BE49-F238E27FC236}">
                <a16:creationId xmlns:a16="http://schemas.microsoft.com/office/drawing/2014/main" id="{CAF68E8C-17C2-D98A-9A63-C2D16E840E3C}"/>
              </a:ext>
            </a:extLst>
          </p:cNvPr>
          <p:cNvSpPr txBox="1">
            <a:spLocks/>
          </p:cNvSpPr>
          <p:nvPr/>
        </p:nvSpPr>
        <p:spPr>
          <a:xfrm>
            <a:off x="79887" y="3271022"/>
            <a:ext cx="5943600" cy="2883593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b="1" u="sng"/>
              <a:t>会社（製造業の品質保証部）</a:t>
            </a:r>
            <a:endParaRPr lang="en-US" altLang="ja-JP" b="1" u="sng" dirty="0"/>
          </a:p>
          <a:p>
            <a:r>
              <a:rPr lang="en-US" altLang="ja-JP" dirty="0"/>
              <a:t>Power</a:t>
            </a:r>
            <a:r>
              <a:rPr lang="ja-JP" altLang="en-US"/>
              <a:t> </a:t>
            </a:r>
            <a:r>
              <a:rPr lang="en-US" altLang="ja-JP" dirty="0"/>
              <a:t>Platform</a:t>
            </a:r>
            <a:r>
              <a:rPr lang="ja-JP" altLang="en-US"/>
              <a:t>の社内コミュニティ</a:t>
            </a:r>
            <a:r>
              <a:rPr lang="en-US" altLang="ja-JP" dirty="0"/>
              <a:t>(</a:t>
            </a:r>
            <a:r>
              <a:rPr lang="ja-JP" altLang="en-US"/>
              <a:t>約</a:t>
            </a:r>
            <a:r>
              <a:rPr lang="en-US" altLang="ja-JP" dirty="0"/>
              <a:t>160</a:t>
            </a:r>
            <a:r>
              <a:rPr lang="ja-JP" altLang="en-US"/>
              <a:t>名</a:t>
            </a:r>
            <a:r>
              <a:rPr lang="en-US" altLang="ja-JP" dirty="0"/>
              <a:t>)</a:t>
            </a:r>
            <a:r>
              <a:rPr lang="ja-JP" altLang="en-US"/>
              <a:t>運営</a:t>
            </a:r>
            <a:endParaRPr lang="en-US" altLang="ja-JP" dirty="0"/>
          </a:p>
          <a:p>
            <a:r>
              <a:rPr lang="ja-JP" altLang="en-US"/>
              <a:t>非</a:t>
            </a:r>
            <a:r>
              <a:rPr lang="en-US" altLang="ja-JP" dirty="0"/>
              <a:t>IT</a:t>
            </a:r>
            <a:r>
              <a:rPr lang="ja-JP" altLang="en-US"/>
              <a:t>部門で初の環境管理者権限</a:t>
            </a:r>
            <a:endParaRPr lang="en-US" altLang="ja-JP" dirty="0"/>
          </a:p>
          <a:p>
            <a:r>
              <a:rPr lang="en-US" altLang="ja-JP" dirty="0"/>
              <a:t>Dataverse</a:t>
            </a:r>
            <a:r>
              <a:rPr lang="ja-JP" altLang="en-US"/>
              <a:t>アプリリリース</a:t>
            </a:r>
            <a:endParaRPr lang="en-US" altLang="ja-JP" dirty="0"/>
          </a:p>
          <a:p>
            <a:r>
              <a:rPr lang="en-US" altLang="ja-JP" dirty="0"/>
              <a:t>Power</a:t>
            </a:r>
            <a:r>
              <a:rPr lang="ja-JP" altLang="en-US"/>
              <a:t> </a:t>
            </a:r>
            <a:r>
              <a:rPr lang="en-US" altLang="ja-JP" dirty="0"/>
              <a:t>Platform</a:t>
            </a:r>
            <a:r>
              <a:rPr lang="ja-JP" altLang="en-US"/>
              <a:t>で初の外部伴走支援導入</a:t>
            </a:r>
            <a:endParaRPr lang="en-US" altLang="ja-JP" dirty="0"/>
          </a:p>
          <a:p>
            <a:r>
              <a:rPr lang="ja-JP" altLang="en-US"/>
              <a:t>部内</a:t>
            </a:r>
            <a:r>
              <a:rPr lang="en-US" altLang="ja-JP" dirty="0"/>
              <a:t>DX</a:t>
            </a:r>
            <a:r>
              <a:rPr lang="ja-JP" altLang="en-US"/>
              <a:t>推進チーム創設</a:t>
            </a:r>
            <a:endParaRPr lang="en-US" altLang="ja-JP" dirty="0"/>
          </a:p>
        </p:txBody>
      </p:sp>
      <p:sp>
        <p:nvSpPr>
          <p:cNvPr id="30" name="テキスト プレースホルダー 3">
            <a:extLst>
              <a:ext uri="{FF2B5EF4-FFF2-40B4-BE49-F238E27FC236}">
                <a16:creationId xmlns:a16="http://schemas.microsoft.com/office/drawing/2014/main" id="{8FC7132E-BD53-9EFF-4CB5-5600063507A9}"/>
              </a:ext>
            </a:extLst>
          </p:cNvPr>
          <p:cNvSpPr txBox="1">
            <a:spLocks/>
          </p:cNvSpPr>
          <p:nvPr/>
        </p:nvSpPr>
        <p:spPr>
          <a:xfrm>
            <a:off x="6255385" y="348367"/>
            <a:ext cx="4673600" cy="418320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ja-JP" altLang="en-US" b="1" u="sng" dirty="0"/>
              <a:t>プライベート（</a:t>
            </a:r>
            <a:r>
              <a:rPr lang="en-US" altLang="ja-JP" b="1" u="sng" dirty="0"/>
              <a:t>2</a:t>
            </a:r>
            <a:r>
              <a:rPr lang="ja-JP" altLang="en-US" b="1" u="sng" dirty="0"/>
              <a:t>児の父）</a:t>
            </a:r>
            <a:endParaRPr lang="en-US" altLang="ja-JP" b="1" u="sng" dirty="0"/>
          </a:p>
          <a:p>
            <a:r>
              <a:rPr lang="en-US" altLang="ja-JP" dirty="0"/>
              <a:t>POWER</a:t>
            </a:r>
            <a:r>
              <a:rPr lang="ja-JP" altLang="en-US" dirty="0"/>
              <a:t> </a:t>
            </a:r>
            <a:r>
              <a:rPr lang="en-US" altLang="ja-JP" dirty="0"/>
              <a:t>CLUB</a:t>
            </a:r>
            <a:r>
              <a:rPr lang="ja-JP" altLang="en-US" dirty="0"/>
              <a:t> 部長</a:t>
            </a:r>
            <a:endParaRPr lang="en-US" altLang="ja-JP" dirty="0"/>
          </a:p>
          <a:p>
            <a:r>
              <a:rPr lang="en-US" altLang="ja-JP" dirty="0"/>
              <a:t>Qiita</a:t>
            </a:r>
            <a:r>
              <a:rPr lang="ja-JP" altLang="en-US" dirty="0"/>
              <a:t> </a:t>
            </a:r>
            <a:r>
              <a:rPr lang="en-US" altLang="ja-JP" dirty="0"/>
              <a:t>PowerApps</a:t>
            </a:r>
            <a:r>
              <a:rPr lang="ja-JP" altLang="en-US" dirty="0"/>
              <a:t>タグ 年間</a:t>
            </a:r>
            <a:r>
              <a:rPr lang="en-US" altLang="ja-JP" dirty="0"/>
              <a:t>4</a:t>
            </a:r>
            <a:r>
              <a:rPr lang="ja-JP" altLang="en-US" dirty="0"/>
              <a:t>位</a:t>
            </a:r>
            <a:endParaRPr lang="en-US" altLang="ja-JP" dirty="0"/>
          </a:p>
          <a:p>
            <a:r>
              <a:rPr lang="ja-JP" altLang="en-US" dirty="0"/>
              <a:t>資格取得</a:t>
            </a:r>
            <a:endParaRPr lang="en-US" altLang="ja-JP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ja-JP" altLang="en-US" dirty="0"/>
              <a:t> 基本情報技術者試験 </a:t>
            </a:r>
            <a:r>
              <a:rPr lang="en-US" altLang="ja-JP" dirty="0"/>
              <a:t>(2025</a:t>
            </a:r>
            <a:r>
              <a:rPr lang="ja-JP" altLang="en-US" dirty="0"/>
              <a:t>年</a:t>
            </a:r>
            <a:r>
              <a:rPr lang="en-US" altLang="ja-JP" dirty="0"/>
              <a:t>1</a:t>
            </a:r>
            <a:r>
              <a:rPr lang="ja-JP" altLang="en-US" dirty="0"/>
              <a:t>月</a:t>
            </a:r>
            <a:r>
              <a:rPr lang="en-US" altLang="ja-JP" dirty="0"/>
              <a:t>)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ja-JP" altLang="en-US" dirty="0"/>
              <a:t> </a:t>
            </a:r>
            <a:r>
              <a:rPr lang="en-US" altLang="ja-JP" dirty="0"/>
              <a:t>MCP</a:t>
            </a:r>
            <a:r>
              <a:rPr lang="ja-JP" altLang="en-US" dirty="0"/>
              <a:t> </a:t>
            </a:r>
            <a:r>
              <a:rPr lang="en-US" altLang="ja-JP" dirty="0"/>
              <a:t>PL900,100,300,500,200,600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ja-JP" altLang="en-US" dirty="0"/>
              <a:t> </a:t>
            </a:r>
            <a:r>
              <a:rPr lang="en-US" altLang="ja-JP" dirty="0"/>
              <a:t>APPLIED</a:t>
            </a:r>
            <a:r>
              <a:rPr lang="ja-JP" altLang="en-US" dirty="0"/>
              <a:t> </a:t>
            </a:r>
            <a:r>
              <a:rPr lang="en-US" altLang="ja-JP" dirty="0"/>
              <a:t>SKILLS</a:t>
            </a:r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ja-JP" dirty="0"/>
              <a:t> Power Apps</a:t>
            </a:r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ja-JP" dirty="0"/>
              <a:t> Power Apps</a:t>
            </a:r>
            <a:r>
              <a:rPr lang="ja-JP" altLang="en-US" dirty="0"/>
              <a:t>と</a:t>
            </a:r>
            <a:r>
              <a:rPr lang="en-US" altLang="ja-JP" dirty="0"/>
              <a:t>Dataverse</a:t>
            </a:r>
          </a:p>
          <a:p>
            <a:pPr lvl="2">
              <a:buFont typeface="Wingdings" panose="05000000000000000000" pitchFamily="2" charset="2"/>
              <a:buChar char="l"/>
            </a:pPr>
            <a:r>
              <a:rPr lang="ja-JP" altLang="en-US" dirty="0"/>
              <a:t> </a:t>
            </a:r>
            <a:r>
              <a:rPr lang="en-US" altLang="ja-JP" dirty="0"/>
              <a:t>Power</a:t>
            </a:r>
            <a:r>
              <a:rPr lang="ja-JP" altLang="en-US" dirty="0"/>
              <a:t> </a:t>
            </a:r>
            <a:r>
              <a:rPr lang="en-US" altLang="ja-JP" dirty="0"/>
              <a:t>Automate</a:t>
            </a:r>
          </a:p>
          <a:p>
            <a:pPr lvl="2">
              <a:buFont typeface="Wingdings" panose="05000000000000000000" pitchFamily="2" charset="2"/>
              <a:buChar char="l"/>
            </a:pPr>
            <a:r>
              <a:rPr lang="en-US" altLang="ja-JP" dirty="0"/>
              <a:t> Copilot Studio</a:t>
            </a:r>
            <a:endParaRPr lang="ja-JP" altLang="en-US" dirty="0"/>
          </a:p>
        </p:txBody>
      </p:sp>
      <p:pic>
        <p:nvPicPr>
          <p:cNvPr id="34" name="グラフィックス 33">
            <a:extLst>
              <a:ext uri="{FF2B5EF4-FFF2-40B4-BE49-F238E27FC236}">
                <a16:creationId xmlns:a16="http://schemas.microsoft.com/office/drawing/2014/main" id="{B19F55B4-09A1-BA94-530B-9E608C812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8152" y="1287494"/>
            <a:ext cx="1128103" cy="1128103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A10BE62-0056-B5E6-81F5-47A5267525A5}"/>
              </a:ext>
            </a:extLst>
          </p:cNvPr>
          <p:cNvSpPr txBox="1"/>
          <p:nvPr/>
        </p:nvSpPr>
        <p:spPr>
          <a:xfrm>
            <a:off x="1822168" y="882578"/>
            <a:ext cx="3728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hlinkClick r:id="rId5"/>
              </a:rPr>
              <a:t>みのる </a:t>
            </a:r>
            <a:r>
              <a:rPr lang="en-US" altLang="ja-JP" dirty="0">
                <a:hlinkClick r:id="rId5"/>
              </a:rPr>
              <a:t>(@meccha__eeyan) / X</a:t>
            </a:r>
            <a:endParaRPr lang="ja-JP" altLang="en-US"/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640C2965-3973-516F-7BCE-96502C0D512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29375" y="4157349"/>
            <a:ext cx="5336470" cy="1451430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995DA41-801B-25A6-8363-B703DC116F42}"/>
              </a:ext>
            </a:extLst>
          </p:cNvPr>
          <p:cNvSpPr txBox="1"/>
          <p:nvPr/>
        </p:nvSpPr>
        <p:spPr>
          <a:xfrm>
            <a:off x="6913172" y="5712784"/>
            <a:ext cx="3491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ja-JP" dirty="0">
                <a:hlinkClick r:id="rId7"/>
              </a:rPr>
              <a:t>POWER CLUB - connpass</a:t>
            </a:r>
            <a:endParaRPr lang="ja-JP" altLang="en-US" dirty="0"/>
          </a:p>
        </p:txBody>
      </p:sp>
      <p:pic>
        <p:nvPicPr>
          <p:cNvPr id="36" name="図 35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7AC4329-1399-7597-3F91-68A20F6FF11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981" y="5107612"/>
            <a:ext cx="1128103" cy="1128103"/>
          </a:xfrm>
          <a:prstGeom prst="rect">
            <a:avLst/>
          </a:prstGeom>
        </p:spPr>
      </p:pic>
      <p:pic>
        <p:nvPicPr>
          <p:cNvPr id="11266" name="Picture 2" descr="画像が生成されました">
            <a:extLst>
              <a:ext uri="{FF2B5EF4-FFF2-40B4-BE49-F238E27FC236}">
                <a16:creationId xmlns:a16="http://schemas.microsoft.com/office/drawing/2014/main" id="{4F5F4283-1D5B-7BA0-EDBD-AFE685EE8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85" y="1377608"/>
            <a:ext cx="1260173" cy="1260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日付プレースホルダー 2">
            <a:extLst>
              <a:ext uri="{FF2B5EF4-FFF2-40B4-BE49-F238E27FC236}">
                <a16:creationId xmlns:a16="http://schemas.microsoft.com/office/drawing/2014/main" id="{6494963E-6A23-0124-CC4B-8EA2B5C1F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  <a:endParaRPr lang="en-US" dirty="0"/>
          </a:p>
        </p:txBody>
      </p:sp>
      <p:sp>
        <p:nvSpPr>
          <p:cNvPr id="7" name="フッター プレースホルダー 3">
            <a:extLst>
              <a:ext uri="{FF2B5EF4-FFF2-40B4-BE49-F238E27FC236}">
                <a16:creationId xmlns:a16="http://schemas.microsoft.com/office/drawing/2014/main" id="{BCEB3BBB-91CB-3B8B-E6C7-74D8A0AA8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153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E75464-B90F-74D2-7647-F6DB5862C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作品紹介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ADB9DB-C7E7-9EA6-699D-819387D332F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EF36C7-4BB7-EF7D-3D73-C5878A398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9004D4F-E39F-5E3C-3E6C-766FC210BD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555" y="819380"/>
            <a:ext cx="2472271" cy="521923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D4F52A9-E04A-7880-50DE-FF0224C0155F}"/>
              </a:ext>
            </a:extLst>
          </p:cNvPr>
          <p:cNvSpPr txBox="1"/>
          <p:nvPr/>
        </p:nvSpPr>
        <p:spPr>
          <a:xfrm>
            <a:off x="3686185" y="967154"/>
            <a:ext cx="7506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kumimoji="1" lang="ja-JP" altLang="en-US" sz="240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1EBB5D2-07D6-0C93-7705-088ACB39DB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23" t="519" r="1476" b="740"/>
          <a:stretch/>
        </p:blipFill>
        <p:spPr>
          <a:xfrm>
            <a:off x="3123029" y="819379"/>
            <a:ext cx="2454960" cy="5219239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CA025DD-82BA-3E38-4918-1219947A944C}"/>
              </a:ext>
            </a:extLst>
          </p:cNvPr>
          <p:cNvSpPr txBox="1"/>
          <p:nvPr/>
        </p:nvSpPr>
        <p:spPr>
          <a:xfrm>
            <a:off x="5724192" y="1272746"/>
            <a:ext cx="6376619" cy="3233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2800"/>
              <a:t>ハム子はおなかを空かしてます。</a:t>
            </a:r>
            <a:endParaRPr kumimoji="1" lang="en-US" altLang="ja-JP" sz="2800" dirty="0"/>
          </a:p>
          <a:p>
            <a:pPr>
              <a:lnSpc>
                <a:spcPct val="150000"/>
              </a:lnSpc>
            </a:pPr>
            <a:endParaRPr kumimoji="1" lang="en-US" altLang="ja-JP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2800"/>
              <a:t>でもねこがハム子をねらっています・・・</a:t>
            </a:r>
            <a:endParaRPr kumimoji="1" lang="en-US" altLang="ja-JP" sz="2800" dirty="0"/>
          </a:p>
          <a:p>
            <a:pPr>
              <a:lnSpc>
                <a:spcPct val="150000"/>
              </a:lnSpc>
            </a:pPr>
            <a:endParaRPr kumimoji="1" lang="en-US" altLang="ja-JP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2800"/>
              <a:t>つかまらずにたくさんエサを集めてね！</a:t>
            </a:r>
            <a:br>
              <a:rPr kumimoji="1" lang="en-US" altLang="ja-JP" sz="2800" dirty="0"/>
            </a:br>
            <a:r>
              <a:rPr kumimoji="1" lang="en-US" altLang="ja-JP" sz="2800" dirty="0"/>
              <a:t>(</a:t>
            </a:r>
            <a:r>
              <a:rPr kumimoji="1" lang="ja-JP" altLang="en-US" sz="2800"/>
              <a:t>のこり時間にも気をつけよう）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EF1E60D-59E2-3F14-15F7-EC4306128A52}"/>
              </a:ext>
            </a:extLst>
          </p:cNvPr>
          <p:cNvSpPr txBox="1"/>
          <p:nvPr/>
        </p:nvSpPr>
        <p:spPr>
          <a:xfrm>
            <a:off x="6055201" y="5097775"/>
            <a:ext cx="57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ハム子の操作はデバイスの傾きを利用しているため、スマホや</a:t>
            </a:r>
            <a:endParaRPr kumimoji="1" lang="en-US" altLang="ja-JP" dirty="0"/>
          </a:p>
          <a:p>
            <a:r>
              <a:rPr kumimoji="1" lang="ja-JP" altLang="en-US"/>
              <a:t>タブレット等加速度センサ搭載デバイス限定アプリです。</a:t>
            </a:r>
          </a:p>
        </p:txBody>
      </p:sp>
    </p:spTree>
    <p:extLst>
      <p:ext uri="{BB962C8B-B14F-4D97-AF65-F5344CB8AC3E}">
        <p14:creationId xmlns:p14="http://schemas.microsoft.com/office/powerpoint/2010/main" val="1615551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185779-A908-C3D3-7EB6-26091B8C4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プレイの様子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0E416DE-DE14-6B95-86DF-852774461F6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/>
              <a:t>2025</a:t>
            </a:r>
            <a:r>
              <a:rPr lang="ja-JP" altLang="en-US"/>
              <a:t>年</a:t>
            </a:r>
            <a:r>
              <a:rPr lang="en-US" altLang="ja-JP"/>
              <a:t>10</a:t>
            </a:r>
            <a:r>
              <a:rPr lang="ja-JP" altLang="en-US"/>
              <a:t>月</a:t>
            </a:r>
            <a:r>
              <a:rPr lang="en-US" altLang="ja-JP"/>
              <a:t>18</a:t>
            </a:r>
            <a:r>
              <a:rPr lang="ja-JP" altLang="en-US"/>
              <a:t>日 </a:t>
            </a:r>
            <a:r>
              <a:rPr lang="en-US" altLang="ja-JP"/>
              <a:t>JPPGB</a:t>
            </a:r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998941B-E3C4-C2D5-2BB5-364A13D56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/>
              <a:t>#2</a:t>
            </a:r>
            <a:endParaRPr lang="en-US" altLang="ja-JP" dirty="0"/>
          </a:p>
        </p:txBody>
      </p:sp>
      <p:pic>
        <p:nvPicPr>
          <p:cNvPr id="7" name="オンライン メディア 6" title="がんばれハム子 キャンバスアプリ">
            <a:hlinkClick r:id="" action="ppaction://media"/>
            <a:extLst>
              <a:ext uri="{FF2B5EF4-FFF2-40B4-BE49-F238E27FC236}">
                <a16:creationId xmlns:a16="http://schemas.microsoft.com/office/drawing/2014/main" id="{4D617039-3D3D-04EB-3CCC-F776571213C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360288" y="713140"/>
            <a:ext cx="3137931" cy="555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8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64FA2A-0CA0-16E9-852B-A5F87938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ハム子紹介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4A5EA63-EBEA-D931-9A1E-17D6B0889E8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/>
              <a:t>2025</a:t>
            </a:r>
            <a:r>
              <a:rPr lang="ja-JP" altLang="en-US"/>
              <a:t>年</a:t>
            </a:r>
            <a:r>
              <a:rPr lang="en-US" altLang="ja-JP"/>
              <a:t>10</a:t>
            </a:r>
            <a:r>
              <a:rPr lang="ja-JP" altLang="en-US"/>
              <a:t>月</a:t>
            </a:r>
            <a:r>
              <a:rPr lang="en-US" altLang="ja-JP"/>
              <a:t>18</a:t>
            </a:r>
            <a:r>
              <a:rPr lang="ja-JP" altLang="en-US"/>
              <a:t>日 </a:t>
            </a:r>
            <a:r>
              <a:rPr lang="en-US" altLang="ja-JP"/>
              <a:t>JPPGB</a:t>
            </a:r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9888324-6F02-C763-EFE6-6D86DD080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/>
              <a:t>#2</a:t>
            </a:r>
            <a:endParaRPr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8C8DEA9-6F7B-72FC-062F-373DEF5F426A}"/>
              </a:ext>
            </a:extLst>
          </p:cNvPr>
          <p:cNvSpPr txBox="1"/>
          <p:nvPr/>
        </p:nvSpPr>
        <p:spPr>
          <a:xfrm>
            <a:off x="1303506" y="1031750"/>
            <a:ext cx="9786026" cy="2230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400" dirty="0"/>
              <a:t>種類： ジャンガリアンハムスター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kumimoji="1" lang="ja-JP" altLang="en-US" sz="2400" dirty="0"/>
              <a:t>色： ブルーサファイア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kumimoji="1" lang="ja-JP" altLang="en-US" sz="2400" dirty="0"/>
              <a:t>性別： 雌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kumimoji="1" lang="ja-JP" altLang="en-US" sz="2400" dirty="0"/>
              <a:t>誕生日： </a:t>
            </a:r>
            <a:r>
              <a:rPr kumimoji="1" lang="en-US" altLang="ja-JP" sz="2400" dirty="0"/>
              <a:t>2023</a:t>
            </a:r>
            <a:r>
              <a:rPr kumimoji="1" lang="ja-JP" altLang="en-US" sz="2400" dirty="0"/>
              <a:t>年</a:t>
            </a:r>
            <a:r>
              <a:rPr kumimoji="1" lang="en-US" altLang="ja-JP" sz="2400" dirty="0"/>
              <a:t>11</a:t>
            </a:r>
            <a:r>
              <a:rPr kumimoji="1" lang="ja-JP" altLang="en-US" sz="2400" dirty="0"/>
              <a:t>月</a:t>
            </a:r>
            <a:r>
              <a:rPr kumimoji="1" lang="en-US" altLang="ja-JP" sz="2400" dirty="0"/>
              <a:t>29</a:t>
            </a:r>
            <a:r>
              <a:rPr kumimoji="1" lang="ja-JP" altLang="en-US" sz="2400" dirty="0"/>
              <a:t>日（良い肉の日）</a:t>
            </a:r>
            <a:endParaRPr kumimoji="1" lang="en-US" altLang="ja-JP" sz="2400" dirty="0"/>
          </a:p>
        </p:txBody>
      </p:sp>
      <p:pic>
        <p:nvPicPr>
          <p:cNvPr id="7" name="図 6" descr="猫, 哺乳類, 動物, 座る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EC45635-B271-A26B-1ACA-09BE5E53C43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47499" y="4177507"/>
            <a:ext cx="2308014" cy="17356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図 8" descr="手の上にいる小動物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4E9E5AB-4B81-24E5-7685-D2A0080B72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16745" y="4161254"/>
            <a:ext cx="2308014" cy="17518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図 10" descr="屋内, 人, 動物, 食品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D2C60A5-2405-1BCB-80BB-5C9AD9353D3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2517" y="3703939"/>
            <a:ext cx="2472271" cy="2209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吹き出し: 円形 11">
            <a:extLst>
              <a:ext uri="{FF2B5EF4-FFF2-40B4-BE49-F238E27FC236}">
                <a16:creationId xmlns:a16="http://schemas.microsoft.com/office/drawing/2014/main" id="{760D9A2C-0A45-A61F-2E9B-7EC878CDFDCC}"/>
              </a:ext>
            </a:extLst>
          </p:cNvPr>
          <p:cNvSpPr/>
          <p:nvPr/>
        </p:nvSpPr>
        <p:spPr>
          <a:xfrm>
            <a:off x="10461171" y="4082480"/>
            <a:ext cx="1552554" cy="904540"/>
          </a:xfrm>
          <a:prstGeom prst="wedgeEllipseCallout">
            <a:avLst>
              <a:gd name="adj1" fmla="val -49404"/>
              <a:gd name="adj2" fmla="val 4530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豆腐チップスが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大好き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1E856C9D-28E2-8B2C-C116-DB828DFF5D2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9465" y="1029539"/>
            <a:ext cx="1865821" cy="24883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B784F5D-6B34-939F-F2D8-0CA93DD1EE7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0154" y="1030662"/>
            <a:ext cx="1865821" cy="24871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AF433B78-0313-E0FD-0709-D1D6F0DB1B7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1717" y="3741420"/>
            <a:ext cx="2895600" cy="2171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75393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2556B4-434F-FA0C-F107-A5AD4CFB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着想背景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2E1DA11-8759-E817-8276-CAEF35E5EDB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3E10754-6C13-B203-1B60-21627B5EB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31B024F6-07DC-7B70-3CCE-ED0E0604898E}"/>
              </a:ext>
            </a:extLst>
          </p:cNvPr>
          <p:cNvGrpSpPr/>
          <p:nvPr/>
        </p:nvGrpSpPr>
        <p:grpSpPr>
          <a:xfrm>
            <a:off x="1174292" y="1536174"/>
            <a:ext cx="4202970" cy="4101154"/>
            <a:chOff x="945692" y="1209974"/>
            <a:chExt cx="5089456" cy="4966165"/>
          </a:xfrm>
        </p:grpSpPr>
        <p:pic>
          <p:nvPicPr>
            <p:cNvPr id="5" name="図 4">
              <a:hlinkClick r:id="rId2"/>
              <a:extLst>
                <a:ext uri="{FF2B5EF4-FFF2-40B4-BE49-F238E27FC236}">
                  <a16:creationId xmlns:a16="http://schemas.microsoft.com/office/drawing/2014/main" id="{728ADC26-C19B-63ED-95B8-19B3528D9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692" y="1209974"/>
              <a:ext cx="3995585" cy="223752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0A843FAB-73F3-9EB0-45A8-92BF518EF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3953" y="3429000"/>
              <a:ext cx="4931195" cy="2747139"/>
            </a:xfrm>
            <a:prstGeom prst="rect">
              <a:avLst/>
            </a:prstGeom>
          </p:spPr>
        </p:pic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63D6DB-8319-DD94-34EB-15DC31F0A2CC}"/>
              </a:ext>
            </a:extLst>
          </p:cNvPr>
          <p:cNvSpPr txBox="1"/>
          <p:nvPr/>
        </p:nvSpPr>
        <p:spPr>
          <a:xfrm>
            <a:off x="610122" y="893536"/>
            <a:ext cx="4380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hlinkClick r:id="rId5"/>
              </a:rPr>
              <a:t>前回（</a:t>
            </a:r>
            <a:r>
              <a:rPr kumimoji="1" lang="en-US" altLang="ja-JP" sz="2400" dirty="0">
                <a:hlinkClick r:id="rId5"/>
              </a:rPr>
              <a:t>24</a:t>
            </a:r>
            <a:r>
              <a:rPr kumimoji="1" lang="ja-JP" altLang="en-US" sz="2400" dirty="0">
                <a:hlinkClick r:id="rId5"/>
              </a:rPr>
              <a:t>年</a:t>
            </a:r>
            <a:r>
              <a:rPr kumimoji="1" lang="en-US" altLang="ja-JP" sz="2400" dirty="0">
                <a:hlinkClick r:id="rId5"/>
              </a:rPr>
              <a:t>6</a:t>
            </a:r>
            <a:r>
              <a:rPr kumimoji="1" lang="ja-JP" altLang="en-US" sz="2400" dirty="0">
                <a:hlinkClick r:id="rId5"/>
              </a:rPr>
              <a:t>月</a:t>
            </a:r>
            <a:r>
              <a:rPr kumimoji="1" lang="en-US" altLang="ja-JP" sz="2400" dirty="0">
                <a:hlinkClick r:id="rId5"/>
              </a:rPr>
              <a:t>22</a:t>
            </a:r>
            <a:r>
              <a:rPr kumimoji="1" lang="ja-JP" altLang="en-US" sz="2400" dirty="0">
                <a:hlinkClick r:id="rId5"/>
              </a:rPr>
              <a:t>日）</a:t>
            </a:r>
            <a:r>
              <a:rPr kumimoji="1" lang="ja-JP" altLang="en-US" sz="2400" dirty="0"/>
              <a:t>作品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F3BC29-7645-C766-EBC4-2B76B0FE8255}"/>
              </a:ext>
            </a:extLst>
          </p:cNvPr>
          <p:cNvSpPr txBox="1"/>
          <p:nvPr/>
        </p:nvSpPr>
        <p:spPr>
          <a:xfrm>
            <a:off x="6156854" y="1536174"/>
            <a:ext cx="58703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/>
              <a:t>前回は風の影響を考慮した弾道計算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/>
              <a:t>そういえば</a:t>
            </a:r>
            <a:r>
              <a:rPr kumimoji="1" lang="ja-JP" altLang="en-US" sz="2400" b="1">
                <a:solidFill>
                  <a:schemeClr val="accent1"/>
                </a:solidFill>
              </a:rPr>
              <a:t>加速度センサの値</a:t>
            </a:r>
            <a:r>
              <a:rPr kumimoji="1" lang="ja-JP" altLang="en-US" sz="2400"/>
              <a:t>とれたよな・・・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/>
              <a:t>おまけ用とかでよくある</a:t>
            </a:r>
            <a:br>
              <a:rPr kumimoji="1" lang="en-US" altLang="ja-JP" sz="2400" dirty="0"/>
            </a:br>
            <a:r>
              <a:rPr kumimoji="1" lang="ja-JP" altLang="en-US" sz="2400"/>
              <a:t>バランス迷路おもちゃ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/>
              <a:t>我が家のペットのハム子のえさ集めにしよ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/>
              <a:t>それだけだと面白くないから敵用意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201F58EC-1977-986D-0213-5E625BCA725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3985" y="2908192"/>
            <a:ext cx="1318846" cy="11249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73880B0-D08A-86EC-AE63-21F73FF0BB11}"/>
              </a:ext>
            </a:extLst>
          </p:cNvPr>
          <p:cNvSpPr/>
          <p:nvPr/>
        </p:nvSpPr>
        <p:spPr>
          <a:xfrm>
            <a:off x="852854" y="1355201"/>
            <a:ext cx="4678030" cy="4462523"/>
          </a:xfrm>
          <a:prstGeom prst="roundRect">
            <a:avLst>
              <a:gd name="adj" fmla="val 583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131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985CD728-229A-0E2A-D25F-3F13FF5C2968}"/>
              </a:ext>
            </a:extLst>
          </p:cNvPr>
          <p:cNvCxnSpPr/>
          <p:nvPr/>
        </p:nvCxnSpPr>
        <p:spPr>
          <a:xfrm flipV="1">
            <a:off x="2164431" y="3322129"/>
            <a:ext cx="0" cy="13335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CC0B627A-FCF6-FD1E-BABF-AB2DB3FB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加速度（</a:t>
            </a:r>
            <a:r>
              <a:rPr lang="en-US" altLang="ja-JP" dirty="0"/>
              <a:t>Acceleration</a:t>
            </a:r>
            <a:r>
              <a:rPr lang="ja-JP" altLang="en-US"/>
              <a:t>）信号の検知</a:t>
            </a:r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699DD8-E245-5558-F383-FAB9DC1EF56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5F414C-ED2B-5EE6-5C3C-DE967DC11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0357522-DD8B-C363-9C14-AC9EF51696F4}"/>
              </a:ext>
            </a:extLst>
          </p:cNvPr>
          <p:cNvSpPr txBox="1"/>
          <p:nvPr/>
        </p:nvSpPr>
        <p:spPr>
          <a:xfrm>
            <a:off x="545124" y="989066"/>
            <a:ext cx="7348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2"/>
              </a:rPr>
              <a:t>Power Apps </a:t>
            </a:r>
            <a:r>
              <a:rPr lang="ja-JP" altLang="en-US">
                <a:hlinkClick r:id="rId2"/>
              </a:rPr>
              <a:t>での </a:t>
            </a:r>
            <a:r>
              <a:rPr lang="en-US" altLang="ja-JP" dirty="0">
                <a:hlinkClick r:id="rId2"/>
              </a:rPr>
              <a:t>Acceleration</a:t>
            </a:r>
            <a:r>
              <a:rPr lang="ja-JP" altLang="en-US">
                <a:hlinkClick r:id="rId2"/>
              </a:rPr>
              <a:t>、</a:t>
            </a:r>
            <a:r>
              <a:rPr lang="en-US" altLang="ja-JP" dirty="0">
                <a:hlinkClick r:id="rId2"/>
              </a:rPr>
              <a:t>App</a:t>
            </a:r>
            <a:r>
              <a:rPr lang="ja-JP" altLang="en-US">
                <a:hlinkClick r:id="rId2"/>
              </a:rPr>
              <a:t>、</a:t>
            </a:r>
            <a:r>
              <a:rPr lang="en-US" altLang="ja-JP" dirty="0">
                <a:hlinkClick r:id="rId2"/>
              </a:rPr>
              <a:t>Compass</a:t>
            </a:r>
            <a:r>
              <a:rPr lang="ja-JP" altLang="en-US">
                <a:hlinkClick r:id="rId2"/>
              </a:rPr>
              <a:t>、</a:t>
            </a:r>
            <a:r>
              <a:rPr lang="en-US" altLang="ja-JP" dirty="0">
                <a:hlinkClick r:id="rId2"/>
              </a:rPr>
              <a:t>Connection</a:t>
            </a:r>
            <a:r>
              <a:rPr lang="ja-JP" altLang="en-US">
                <a:hlinkClick r:id="rId2"/>
              </a:rPr>
              <a:t>、および </a:t>
            </a:r>
            <a:r>
              <a:rPr lang="en-US" altLang="ja-JP" dirty="0">
                <a:hlinkClick r:id="rId2"/>
              </a:rPr>
              <a:t>Location </a:t>
            </a:r>
            <a:r>
              <a:rPr lang="ja-JP" altLang="en-US">
                <a:hlinkClick r:id="rId2"/>
              </a:rPr>
              <a:t>信号 </a:t>
            </a:r>
            <a:r>
              <a:rPr lang="en-US" altLang="ja-JP" dirty="0">
                <a:hlinkClick r:id="rId2"/>
              </a:rPr>
              <a:t>- Power Platform | Microsoft Learn</a:t>
            </a:r>
            <a:endParaRPr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75DFB24-CD8D-FDE0-4C77-BE795FD20D10}"/>
              </a:ext>
            </a:extLst>
          </p:cNvPr>
          <p:cNvGrpSpPr/>
          <p:nvPr/>
        </p:nvGrpSpPr>
        <p:grpSpPr>
          <a:xfrm>
            <a:off x="1325257" y="1918957"/>
            <a:ext cx="1855177" cy="3121269"/>
            <a:chOff x="2110154" y="2025828"/>
            <a:chExt cx="1855177" cy="3121269"/>
          </a:xfrm>
          <a:scene3d>
            <a:camera prst="isometricTopUp"/>
            <a:lightRig rig="threePt" dir="t"/>
          </a:scene3d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8194814B-C7ED-16B3-0600-21AE14699D67}"/>
                </a:ext>
              </a:extLst>
            </p:cNvPr>
            <p:cNvSpPr/>
            <p:nvPr/>
          </p:nvSpPr>
          <p:spPr>
            <a:xfrm>
              <a:off x="2110154" y="2025828"/>
              <a:ext cx="1855177" cy="312126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8B7F6C8F-AF6D-2882-6E75-058F960A6A8B}"/>
                </a:ext>
              </a:extLst>
            </p:cNvPr>
            <p:cNvSpPr/>
            <p:nvPr/>
          </p:nvSpPr>
          <p:spPr>
            <a:xfrm>
              <a:off x="2211265" y="2126939"/>
              <a:ext cx="1652954" cy="2919047"/>
            </a:xfrm>
            <a:prstGeom prst="roundRect">
              <a:avLst>
                <a:gd name="adj" fmla="val 16052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BD2511AB-112F-B3BB-C5F1-F4FD9045CF54}"/>
                </a:ext>
              </a:extLst>
            </p:cNvPr>
            <p:cNvSpPr/>
            <p:nvPr/>
          </p:nvSpPr>
          <p:spPr>
            <a:xfrm>
              <a:off x="2637779" y="2212210"/>
              <a:ext cx="796301" cy="14490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166B7DE2-A40B-D67E-A822-4293F919F6D7}"/>
              </a:ext>
            </a:extLst>
          </p:cNvPr>
          <p:cNvCxnSpPr/>
          <p:nvPr/>
        </p:nvCxnSpPr>
        <p:spPr>
          <a:xfrm flipV="1">
            <a:off x="1008734" y="2640679"/>
            <a:ext cx="2390525" cy="14859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CDDFC37-C0B6-A9E6-F885-FAFECC3F6B60}"/>
              </a:ext>
            </a:extLst>
          </p:cNvPr>
          <p:cNvCxnSpPr/>
          <p:nvPr/>
        </p:nvCxnSpPr>
        <p:spPr>
          <a:xfrm flipH="1" flipV="1">
            <a:off x="777203" y="2539079"/>
            <a:ext cx="2774456" cy="17071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E39E040-1179-6FE0-05DE-DE128F52AC16}"/>
              </a:ext>
            </a:extLst>
          </p:cNvPr>
          <p:cNvCxnSpPr/>
          <p:nvPr/>
        </p:nvCxnSpPr>
        <p:spPr>
          <a:xfrm flipV="1">
            <a:off x="2164431" y="1813829"/>
            <a:ext cx="0" cy="1578826"/>
          </a:xfrm>
          <a:prstGeom prst="straightConnector1">
            <a:avLst/>
          </a:prstGeom>
          <a:ln w="5715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フリーフォーム: 図形 34">
            <a:extLst>
              <a:ext uri="{FF2B5EF4-FFF2-40B4-BE49-F238E27FC236}">
                <a16:creationId xmlns:a16="http://schemas.microsoft.com/office/drawing/2014/main" id="{7B10994B-DC58-8310-F61D-EA5EF0B52C9D}"/>
              </a:ext>
            </a:extLst>
          </p:cNvPr>
          <p:cNvSpPr/>
          <p:nvPr/>
        </p:nvSpPr>
        <p:spPr>
          <a:xfrm rot="19362875">
            <a:off x="3165469" y="2203539"/>
            <a:ext cx="662977" cy="772680"/>
          </a:xfrm>
          <a:custGeom>
            <a:avLst/>
            <a:gdLst>
              <a:gd name="connsiteX0" fmla="*/ 16366 w 2071555"/>
              <a:gd name="connsiteY0" fmla="*/ 2380174 h 2414338"/>
              <a:gd name="connsiteX1" fmla="*/ 84552 w 2071555"/>
              <a:gd name="connsiteY1" fmla="*/ 2396339 h 2414338"/>
              <a:gd name="connsiteX2" fmla="*/ 106286 w 2071555"/>
              <a:gd name="connsiteY2" fmla="*/ 2401492 h 2414338"/>
              <a:gd name="connsiteX3" fmla="*/ 110624 w 2071555"/>
              <a:gd name="connsiteY3" fmla="*/ 2401832 h 2414338"/>
              <a:gd name="connsiteX4" fmla="*/ 1517411 w 2071555"/>
              <a:gd name="connsiteY4" fmla="*/ 0 h 2414338"/>
              <a:gd name="connsiteX5" fmla="*/ 2071555 w 2071555"/>
              <a:gd name="connsiteY5" fmla="*/ 603489 h 2414338"/>
              <a:gd name="connsiteX6" fmla="*/ 1769810 w 2071555"/>
              <a:gd name="connsiteY6" fmla="*/ 603489 h 2414338"/>
              <a:gd name="connsiteX7" fmla="*/ 1769800 w 2071555"/>
              <a:gd name="connsiteY7" fmla="*/ 603539 h 2414338"/>
              <a:gd name="connsiteX8" fmla="*/ 1731503 w 2071555"/>
              <a:gd name="connsiteY8" fmla="*/ 799461 h 2414338"/>
              <a:gd name="connsiteX9" fmla="*/ 1731271 w 2071555"/>
              <a:gd name="connsiteY9" fmla="*/ 800368 h 2414338"/>
              <a:gd name="connsiteX10" fmla="*/ 1730857 w 2071555"/>
              <a:gd name="connsiteY10" fmla="*/ 802483 h 2414338"/>
              <a:gd name="connsiteX11" fmla="*/ 1697711 w 2071555"/>
              <a:gd name="connsiteY11" fmla="*/ 931296 h 2414338"/>
              <a:gd name="connsiteX12" fmla="*/ 1683360 w 2071555"/>
              <a:gd name="connsiteY12" fmla="*/ 987286 h 2414338"/>
              <a:gd name="connsiteX13" fmla="*/ 1683078 w 2071555"/>
              <a:gd name="connsiteY13" fmla="*/ 988161 h 2414338"/>
              <a:gd name="connsiteX14" fmla="*/ 1681939 w 2071555"/>
              <a:gd name="connsiteY14" fmla="*/ 992589 h 2414338"/>
              <a:gd name="connsiteX15" fmla="*/ 1633416 w 2071555"/>
              <a:gd name="connsiteY15" fmla="*/ 1142907 h 2414338"/>
              <a:gd name="connsiteX16" fmla="*/ 1625894 w 2071555"/>
              <a:gd name="connsiteY16" fmla="*/ 1166343 h 2414338"/>
              <a:gd name="connsiteX17" fmla="*/ 1625641 w 2071555"/>
              <a:gd name="connsiteY17" fmla="*/ 1166990 h 2414338"/>
              <a:gd name="connsiteX18" fmla="*/ 1623617 w 2071555"/>
              <a:gd name="connsiteY18" fmla="*/ 1173260 h 2414338"/>
              <a:gd name="connsiteX19" fmla="*/ 1566089 w 2071555"/>
              <a:gd name="connsiteY19" fmla="*/ 1319456 h 2414338"/>
              <a:gd name="connsiteX20" fmla="*/ 1559623 w 2071555"/>
              <a:gd name="connsiteY20" fmla="*/ 1336011 h 2414338"/>
              <a:gd name="connsiteX21" fmla="*/ 1559317 w 2071555"/>
              <a:gd name="connsiteY21" fmla="*/ 1336666 h 2414338"/>
              <a:gd name="connsiteX22" fmla="*/ 1556452 w 2071555"/>
              <a:gd name="connsiteY22" fmla="*/ 1343948 h 2414338"/>
              <a:gd name="connsiteX23" fmla="*/ 1494814 w 2071555"/>
              <a:gd name="connsiteY23" fmla="*/ 1474788 h 2414338"/>
              <a:gd name="connsiteX24" fmla="*/ 1485061 w 2071555"/>
              <a:gd name="connsiteY24" fmla="*/ 1495672 h 2414338"/>
              <a:gd name="connsiteX25" fmla="*/ 1484481 w 2071555"/>
              <a:gd name="connsiteY25" fmla="*/ 1496722 h 2414338"/>
              <a:gd name="connsiteX26" fmla="*/ 1481002 w 2071555"/>
              <a:gd name="connsiteY26" fmla="*/ 1504106 h 2414338"/>
              <a:gd name="connsiteX27" fmla="*/ 1419201 w 2071555"/>
              <a:gd name="connsiteY27" fmla="*/ 1614881 h 2414338"/>
              <a:gd name="connsiteX28" fmla="*/ 1402724 w 2071555"/>
              <a:gd name="connsiteY28" fmla="*/ 1644704 h 2414338"/>
              <a:gd name="connsiteX29" fmla="*/ 1401585 w 2071555"/>
              <a:gd name="connsiteY29" fmla="*/ 1646455 h 2414338"/>
              <a:gd name="connsiteX30" fmla="*/ 1397830 w 2071555"/>
              <a:gd name="connsiteY30" fmla="*/ 1653187 h 2414338"/>
              <a:gd name="connsiteX31" fmla="*/ 1338825 w 2071555"/>
              <a:gd name="connsiteY31" fmla="*/ 1742970 h 2414338"/>
              <a:gd name="connsiteX32" fmla="*/ 1313128 w 2071555"/>
              <a:gd name="connsiteY32" fmla="*/ 1782486 h 2414338"/>
              <a:gd name="connsiteX33" fmla="*/ 1311188 w 2071555"/>
              <a:gd name="connsiteY33" fmla="*/ 1785022 h 2414338"/>
              <a:gd name="connsiteX34" fmla="*/ 1307494 w 2071555"/>
              <a:gd name="connsiteY34" fmla="*/ 1790643 h 2414338"/>
              <a:gd name="connsiteX35" fmla="*/ 1253024 w 2071555"/>
              <a:gd name="connsiteY35" fmla="*/ 1861041 h 2414338"/>
              <a:gd name="connsiteX36" fmla="*/ 1216789 w 2071555"/>
              <a:gd name="connsiteY36" fmla="*/ 1908399 h 2414338"/>
              <a:gd name="connsiteX37" fmla="*/ 1213962 w 2071555"/>
              <a:gd name="connsiteY37" fmla="*/ 1911526 h 2414338"/>
              <a:gd name="connsiteX38" fmla="*/ 1210556 w 2071555"/>
              <a:gd name="connsiteY38" fmla="*/ 1915928 h 2414338"/>
              <a:gd name="connsiteX39" fmla="*/ 1160787 w 2071555"/>
              <a:gd name="connsiteY39" fmla="*/ 1970329 h 2414338"/>
              <a:gd name="connsiteX40" fmla="*/ 1114221 w 2071555"/>
              <a:gd name="connsiteY40" fmla="*/ 2021823 h 2414338"/>
              <a:gd name="connsiteX41" fmla="*/ 1110654 w 2071555"/>
              <a:gd name="connsiteY41" fmla="*/ 2025128 h 2414338"/>
              <a:gd name="connsiteX42" fmla="*/ 1107575 w 2071555"/>
              <a:gd name="connsiteY42" fmla="*/ 2028493 h 2414338"/>
              <a:gd name="connsiteX43" fmla="*/ 1060559 w 2071555"/>
              <a:gd name="connsiteY43" fmla="*/ 2071537 h 2414338"/>
              <a:gd name="connsiteX44" fmla="*/ 1005941 w 2071555"/>
              <a:gd name="connsiteY44" fmla="*/ 2122135 h 2414338"/>
              <a:gd name="connsiteX45" fmla="*/ 1002034 w 2071555"/>
              <a:gd name="connsiteY45" fmla="*/ 2125117 h 2414338"/>
              <a:gd name="connsiteX46" fmla="*/ 999112 w 2071555"/>
              <a:gd name="connsiteY46" fmla="*/ 2127791 h 2414338"/>
              <a:gd name="connsiteX47" fmla="*/ 949921 w 2071555"/>
              <a:gd name="connsiteY47" fmla="*/ 2164878 h 2414338"/>
              <a:gd name="connsiteX48" fmla="*/ 892464 w 2071555"/>
              <a:gd name="connsiteY48" fmla="*/ 2208718 h 2414338"/>
              <a:gd name="connsiteX49" fmla="*/ 888816 w 2071555"/>
              <a:gd name="connsiteY49" fmla="*/ 2210948 h 2414338"/>
              <a:gd name="connsiteX50" fmla="*/ 885728 w 2071555"/>
              <a:gd name="connsiteY50" fmla="*/ 2213276 h 2414338"/>
              <a:gd name="connsiteX51" fmla="*/ 825107 w 2071555"/>
              <a:gd name="connsiteY51" fmla="*/ 2249894 h 2414338"/>
              <a:gd name="connsiteX52" fmla="*/ 774306 w 2071555"/>
              <a:gd name="connsiteY52" fmla="*/ 2280949 h 2414338"/>
              <a:gd name="connsiteX53" fmla="*/ 771591 w 2071555"/>
              <a:gd name="connsiteY53" fmla="*/ 2282220 h 2414338"/>
              <a:gd name="connsiteX54" fmla="*/ 767982 w 2071555"/>
              <a:gd name="connsiteY54" fmla="*/ 2284400 h 2414338"/>
              <a:gd name="connsiteX55" fmla="*/ 680390 w 2071555"/>
              <a:gd name="connsiteY55" fmla="*/ 2324911 h 2414338"/>
              <a:gd name="connsiteX56" fmla="*/ 651982 w 2071555"/>
              <a:gd name="connsiteY56" fmla="*/ 2338209 h 2414338"/>
              <a:gd name="connsiteX57" fmla="*/ 650774 w 2071555"/>
              <a:gd name="connsiteY57" fmla="*/ 2338608 h 2414338"/>
              <a:gd name="connsiteX58" fmla="*/ 646435 w 2071555"/>
              <a:gd name="connsiteY58" fmla="*/ 2340615 h 2414338"/>
              <a:gd name="connsiteX59" fmla="*/ 264588 w 2071555"/>
              <a:gd name="connsiteY59" fmla="*/ 2414337 h 2414338"/>
              <a:gd name="connsiteX60" fmla="*/ 259641 w 2071555"/>
              <a:gd name="connsiteY60" fmla="*/ 2413955 h 2414338"/>
              <a:gd name="connsiteX61" fmla="*/ 0 w 2071555"/>
              <a:gd name="connsiteY61" fmla="*/ 2413955 h 2414338"/>
              <a:gd name="connsiteX62" fmla="*/ 0 w 2071555"/>
              <a:gd name="connsiteY62" fmla="*/ 2354642 h 2414338"/>
              <a:gd name="connsiteX63" fmla="*/ 71859 w 2071555"/>
              <a:gd name="connsiteY63" fmla="*/ 2328373 h 2414338"/>
              <a:gd name="connsiteX64" fmla="*/ 174064 w 2071555"/>
              <a:gd name="connsiteY64" fmla="*/ 2278842 h 2414338"/>
              <a:gd name="connsiteX65" fmla="*/ 207110 w 2071555"/>
              <a:gd name="connsiteY65" fmla="*/ 2259128 h 2414338"/>
              <a:gd name="connsiteX66" fmla="*/ 273120 w 2071555"/>
              <a:gd name="connsiteY66" fmla="*/ 2218970 h 2414338"/>
              <a:gd name="connsiteX67" fmla="*/ 311311 w 2071555"/>
              <a:gd name="connsiteY67" fmla="*/ 2191565 h 2414338"/>
              <a:gd name="connsiteX68" fmla="*/ 368764 w 2071555"/>
              <a:gd name="connsiteY68" fmla="*/ 2149143 h 2414338"/>
              <a:gd name="connsiteX69" fmla="*/ 408017 w 2071555"/>
              <a:gd name="connsiteY69" fmla="*/ 2115952 h 2414338"/>
              <a:gd name="connsiteX70" fmla="*/ 460733 w 2071555"/>
              <a:gd name="connsiteY70" fmla="*/ 2069742 h 2414338"/>
              <a:gd name="connsiteX71" fmla="*/ 499603 w 2071555"/>
              <a:gd name="connsiteY71" fmla="*/ 2031558 h 2414338"/>
              <a:gd name="connsiteX72" fmla="*/ 548764 w 2071555"/>
              <a:gd name="connsiteY72" fmla="*/ 1981147 h 2414338"/>
              <a:gd name="connsiteX73" fmla="*/ 586523 w 2071555"/>
              <a:gd name="connsiteY73" fmla="*/ 1938465 h 2414338"/>
              <a:gd name="connsiteX74" fmla="*/ 632596 w 2071555"/>
              <a:gd name="connsiteY74" fmla="*/ 1883730 h 2414338"/>
              <a:gd name="connsiteX75" fmla="*/ 668791 w 2071555"/>
              <a:gd name="connsiteY75" fmla="*/ 1836944 h 2414338"/>
              <a:gd name="connsiteX76" fmla="*/ 711970 w 2071555"/>
              <a:gd name="connsiteY76" fmla="*/ 1777858 h 2414338"/>
              <a:gd name="connsiteX77" fmla="*/ 746269 w 2071555"/>
              <a:gd name="connsiteY77" fmla="*/ 1727326 h 2414338"/>
              <a:gd name="connsiteX78" fmla="*/ 776519 w 2071555"/>
              <a:gd name="connsiteY78" fmla="*/ 1679771 h 2414338"/>
              <a:gd name="connsiteX79" fmla="*/ 891667 w 2071555"/>
              <a:gd name="connsiteY79" fmla="*/ 1473531 h 2414338"/>
              <a:gd name="connsiteX80" fmla="*/ 908064 w 2071555"/>
              <a:gd name="connsiteY80" fmla="*/ 1439373 h 2414338"/>
              <a:gd name="connsiteX81" fmla="*/ 1003625 w 2071555"/>
              <a:gd name="connsiteY81" fmla="*/ 1214778 h 2414338"/>
              <a:gd name="connsiteX82" fmla="*/ 1066956 w 2071555"/>
              <a:gd name="connsiteY82" fmla="*/ 1019005 h 2414338"/>
              <a:gd name="connsiteX83" fmla="*/ 1097896 w 2071555"/>
              <a:gd name="connsiteY83" fmla="*/ 920131 h 2414338"/>
              <a:gd name="connsiteX84" fmla="*/ 1166321 w 2071555"/>
              <a:gd name="connsiteY84" fmla="*/ 603489 h 2414338"/>
              <a:gd name="connsiteX85" fmla="*/ 864577 w 2071555"/>
              <a:gd name="connsiteY85" fmla="*/ 603489 h 241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2071555" h="2414338">
                <a:moveTo>
                  <a:pt x="16366" y="2380174"/>
                </a:moveTo>
                <a:lnTo>
                  <a:pt x="84552" y="2396339"/>
                </a:lnTo>
                <a:lnTo>
                  <a:pt x="106286" y="2401492"/>
                </a:lnTo>
                <a:lnTo>
                  <a:pt x="110624" y="2401832"/>
                </a:lnTo>
                <a:close/>
                <a:moveTo>
                  <a:pt x="1517411" y="0"/>
                </a:moveTo>
                <a:lnTo>
                  <a:pt x="2071555" y="603489"/>
                </a:lnTo>
                <a:lnTo>
                  <a:pt x="1769810" y="603489"/>
                </a:lnTo>
                <a:lnTo>
                  <a:pt x="1769800" y="603539"/>
                </a:lnTo>
                <a:lnTo>
                  <a:pt x="1731503" y="799461"/>
                </a:lnTo>
                <a:lnTo>
                  <a:pt x="1731271" y="800368"/>
                </a:lnTo>
                <a:lnTo>
                  <a:pt x="1730857" y="802483"/>
                </a:lnTo>
                <a:lnTo>
                  <a:pt x="1697711" y="931296"/>
                </a:lnTo>
                <a:lnTo>
                  <a:pt x="1683360" y="987286"/>
                </a:lnTo>
                <a:lnTo>
                  <a:pt x="1683078" y="988161"/>
                </a:lnTo>
                <a:lnTo>
                  <a:pt x="1681939" y="992589"/>
                </a:lnTo>
                <a:lnTo>
                  <a:pt x="1633416" y="1142907"/>
                </a:lnTo>
                <a:lnTo>
                  <a:pt x="1625894" y="1166343"/>
                </a:lnTo>
                <a:lnTo>
                  <a:pt x="1625641" y="1166990"/>
                </a:lnTo>
                <a:lnTo>
                  <a:pt x="1623617" y="1173260"/>
                </a:lnTo>
                <a:lnTo>
                  <a:pt x="1566089" y="1319456"/>
                </a:lnTo>
                <a:lnTo>
                  <a:pt x="1559623" y="1336011"/>
                </a:lnTo>
                <a:lnTo>
                  <a:pt x="1559317" y="1336666"/>
                </a:lnTo>
                <a:lnTo>
                  <a:pt x="1556452" y="1343948"/>
                </a:lnTo>
                <a:lnTo>
                  <a:pt x="1494814" y="1474788"/>
                </a:lnTo>
                <a:lnTo>
                  <a:pt x="1485061" y="1495672"/>
                </a:lnTo>
                <a:lnTo>
                  <a:pt x="1484481" y="1496722"/>
                </a:lnTo>
                <a:lnTo>
                  <a:pt x="1481002" y="1504106"/>
                </a:lnTo>
                <a:lnTo>
                  <a:pt x="1419201" y="1614881"/>
                </a:lnTo>
                <a:lnTo>
                  <a:pt x="1402724" y="1644704"/>
                </a:lnTo>
                <a:lnTo>
                  <a:pt x="1401585" y="1646455"/>
                </a:lnTo>
                <a:lnTo>
                  <a:pt x="1397830" y="1653187"/>
                </a:lnTo>
                <a:lnTo>
                  <a:pt x="1338825" y="1742970"/>
                </a:lnTo>
                <a:lnTo>
                  <a:pt x="1313128" y="1782486"/>
                </a:lnTo>
                <a:lnTo>
                  <a:pt x="1311188" y="1785022"/>
                </a:lnTo>
                <a:lnTo>
                  <a:pt x="1307494" y="1790643"/>
                </a:lnTo>
                <a:lnTo>
                  <a:pt x="1253024" y="1861041"/>
                </a:lnTo>
                <a:lnTo>
                  <a:pt x="1216789" y="1908399"/>
                </a:lnTo>
                <a:lnTo>
                  <a:pt x="1213962" y="1911526"/>
                </a:lnTo>
                <a:lnTo>
                  <a:pt x="1210556" y="1915928"/>
                </a:lnTo>
                <a:lnTo>
                  <a:pt x="1160787" y="1970329"/>
                </a:lnTo>
                <a:lnTo>
                  <a:pt x="1114221" y="2021823"/>
                </a:lnTo>
                <a:lnTo>
                  <a:pt x="1110654" y="2025128"/>
                </a:lnTo>
                <a:lnTo>
                  <a:pt x="1107575" y="2028493"/>
                </a:lnTo>
                <a:lnTo>
                  <a:pt x="1060559" y="2071537"/>
                </a:lnTo>
                <a:lnTo>
                  <a:pt x="1005941" y="2122135"/>
                </a:lnTo>
                <a:lnTo>
                  <a:pt x="1002034" y="2125117"/>
                </a:lnTo>
                <a:lnTo>
                  <a:pt x="999112" y="2127791"/>
                </a:lnTo>
                <a:lnTo>
                  <a:pt x="949921" y="2164878"/>
                </a:lnTo>
                <a:lnTo>
                  <a:pt x="892464" y="2208718"/>
                </a:lnTo>
                <a:lnTo>
                  <a:pt x="888816" y="2210948"/>
                </a:lnTo>
                <a:lnTo>
                  <a:pt x="885728" y="2213276"/>
                </a:lnTo>
                <a:lnTo>
                  <a:pt x="825107" y="2249894"/>
                </a:lnTo>
                <a:lnTo>
                  <a:pt x="774306" y="2280949"/>
                </a:lnTo>
                <a:lnTo>
                  <a:pt x="771591" y="2282220"/>
                </a:lnTo>
                <a:lnTo>
                  <a:pt x="767982" y="2284400"/>
                </a:lnTo>
                <a:lnTo>
                  <a:pt x="680390" y="2324911"/>
                </a:lnTo>
                <a:lnTo>
                  <a:pt x="651982" y="2338209"/>
                </a:lnTo>
                <a:lnTo>
                  <a:pt x="650774" y="2338608"/>
                </a:lnTo>
                <a:lnTo>
                  <a:pt x="646435" y="2340615"/>
                </a:lnTo>
                <a:cubicBezTo>
                  <a:pt x="523173" y="2389194"/>
                  <a:pt x="395051" y="2414589"/>
                  <a:pt x="264588" y="2414337"/>
                </a:cubicBezTo>
                <a:lnTo>
                  <a:pt x="259641" y="2413955"/>
                </a:lnTo>
                <a:lnTo>
                  <a:pt x="0" y="2413955"/>
                </a:lnTo>
                <a:lnTo>
                  <a:pt x="0" y="2354642"/>
                </a:lnTo>
                <a:lnTo>
                  <a:pt x="71859" y="2328373"/>
                </a:lnTo>
                <a:lnTo>
                  <a:pt x="174064" y="2278842"/>
                </a:lnTo>
                <a:lnTo>
                  <a:pt x="207110" y="2259128"/>
                </a:lnTo>
                <a:lnTo>
                  <a:pt x="273120" y="2218970"/>
                </a:lnTo>
                <a:lnTo>
                  <a:pt x="311311" y="2191565"/>
                </a:lnTo>
                <a:lnTo>
                  <a:pt x="368764" y="2149143"/>
                </a:lnTo>
                <a:lnTo>
                  <a:pt x="408017" y="2115952"/>
                </a:lnTo>
                <a:lnTo>
                  <a:pt x="460733" y="2069742"/>
                </a:lnTo>
                <a:lnTo>
                  <a:pt x="499603" y="2031558"/>
                </a:lnTo>
                <a:lnTo>
                  <a:pt x="548764" y="1981147"/>
                </a:lnTo>
                <a:lnTo>
                  <a:pt x="586523" y="1938465"/>
                </a:lnTo>
                <a:lnTo>
                  <a:pt x="632596" y="1883730"/>
                </a:lnTo>
                <a:lnTo>
                  <a:pt x="668791" y="1836944"/>
                </a:lnTo>
                <a:lnTo>
                  <a:pt x="711970" y="1777858"/>
                </a:lnTo>
                <a:lnTo>
                  <a:pt x="746269" y="1727326"/>
                </a:lnTo>
                <a:lnTo>
                  <a:pt x="776519" y="1679771"/>
                </a:lnTo>
                <a:lnTo>
                  <a:pt x="891667" y="1473531"/>
                </a:lnTo>
                <a:lnTo>
                  <a:pt x="908064" y="1439373"/>
                </a:lnTo>
                <a:lnTo>
                  <a:pt x="1003625" y="1214778"/>
                </a:lnTo>
                <a:lnTo>
                  <a:pt x="1066956" y="1019005"/>
                </a:lnTo>
                <a:lnTo>
                  <a:pt x="1097896" y="920131"/>
                </a:lnTo>
                <a:lnTo>
                  <a:pt x="1166321" y="603489"/>
                </a:lnTo>
                <a:lnTo>
                  <a:pt x="864577" y="6034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5DB284B2-130E-60DE-46F2-DAE31E4CAE88}"/>
              </a:ext>
            </a:extLst>
          </p:cNvPr>
          <p:cNvSpPr/>
          <p:nvPr/>
        </p:nvSpPr>
        <p:spPr>
          <a:xfrm rot="2237125" flipH="1">
            <a:off x="320990" y="2025643"/>
            <a:ext cx="662977" cy="772680"/>
          </a:xfrm>
          <a:custGeom>
            <a:avLst/>
            <a:gdLst>
              <a:gd name="connsiteX0" fmla="*/ 16366 w 2071555"/>
              <a:gd name="connsiteY0" fmla="*/ 2380174 h 2414338"/>
              <a:gd name="connsiteX1" fmla="*/ 84552 w 2071555"/>
              <a:gd name="connsiteY1" fmla="*/ 2396339 h 2414338"/>
              <a:gd name="connsiteX2" fmla="*/ 106286 w 2071555"/>
              <a:gd name="connsiteY2" fmla="*/ 2401492 h 2414338"/>
              <a:gd name="connsiteX3" fmla="*/ 110624 w 2071555"/>
              <a:gd name="connsiteY3" fmla="*/ 2401832 h 2414338"/>
              <a:gd name="connsiteX4" fmla="*/ 1517411 w 2071555"/>
              <a:gd name="connsiteY4" fmla="*/ 0 h 2414338"/>
              <a:gd name="connsiteX5" fmla="*/ 2071555 w 2071555"/>
              <a:gd name="connsiteY5" fmla="*/ 603489 h 2414338"/>
              <a:gd name="connsiteX6" fmla="*/ 1769810 w 2071555"/>
              <a:gd name="connsiteY6" fmla="*/ 603489 h 2414338"/>
              <a:gd name="connsiteX7" fmla="*/ 1769800 w 2071555"/>
              <a:gd name="connsiteY7" fmla="*/ 603539 h 2414338"/>
              <a:gd name="connsiteX8" fmla="*/ 1731503 w 2071555"/>
              <a:gd name="connsiteY8" fmla="*/ 799461 h 2414338"/>
              <a:gd name="connsiteX9" fmla="*/ 1731271 w 2071555"/>
              <a:gd name="connsiteY9" fmla="*/ 800368 h 2414338"/>
              <a:gd name="connsiteX10" fmla="*/ 1730857 w 2071555"/>
              <a:gd name="connsiteY10" fmla="*/ 802483 h 2414338"/>
              <a:gd name="connsiteX11" fmla="*/ 1697711 w 2071555"/>
              <a:gd name="connsiteY11" fmla="*/ 931296 h 2414338"/>
              <a:gd name="connsiteX12" fmla="*/ 1683360 w 2071555"/>
              <a:gd name="connsiteY12" fmla="*/ 987286 h 2414338"/>
              <a:gd name="connsiteX13" fmla="*/ 1683078 w 2071555"/>
              <a:gd name="connsiteY13" fmla="*/ 988161 h 2414338"/>
              <a:gd name="connsiteX14" fmla="*/ 1681939 w 2071555"/>
              <a:gd name="connsiteY14" fmla="*/ 992589 h 2414338"/>
              <a:gd name="connsiteX15" fmla="*/ 1633416 w 2071555"/>
              <a:gd name="connsiteY15" fmla="*/ 1142907 h 2414338"/>
              <a:gd name="connsiteX16" fmla="*/ 1625894 w 2071555"/>
              <a:gd name="connsiteY16" fmla="*/ 1166343 h 2414338"/>
              <a:gd name="connsiteX17" fmla="*/ 1625641 w 2071555"/>
              <a:gd name="connsiteY17" fmla="*/ 1166990 h 2414338"/>
              <a:gd name="connsiteX18" fmla="*/ 1623617 w 2071555"/>
              <a:gd name="connsiteY18" fmla="*/ 1173260 h 2414338"/>
              <a:gd name="connsiteX19" fmla="*/ 1566089 w 2071555"/>
              <a:gd name="connsiteY19" fmla="*/ 1319456 h 2414338"/>
              <a:gd name="connsiteX20" fmla="*/ 1559623 w 2071555"/>
              <a:gd name="connsiteY20" fmla="*/ 1336011 h 2414338"/>
              <a:gd name="connsiteX21" fmla="*/ 1559317 w 2071555"/>
              <a:gd name="connsiteY21" fmla="*/ 1336666 h 2414338"/>
              <a:gd name="connsiteX22" fmla="*/ 1556452 w 2071555"/>
              <a:gd name="connsiteY22" fmla="*/ 1343948 h 2414338"/>
              <a:gd name="connsiteX23" fmla="*/ 1494814 w 2071555"/>
              <a:gd name="connsiteY23" fmla="*/ 1474788 h 2414338"/>
              <a:gd name="connsiteX24" fmla="*/ 1485061 w 2071555"/>
              <a:gd name="connsiteY24" fmla="*/ 1495672 h 2414338"/>
              <a:gd name="connsiteX25" fmla="*/ 1484481 w 2071555"/>
              <a:gd name="connsiteY25" fmla="*/ 1496722 h 2414338"/>
              <a:gd name="connsiteX26" fmla="*/ 1481002 w 2071555"/>
              <a:gd name="connsiteY26" fmla="*/ 1504106 h 2414338"/>
              <a:gd name="connsiteX27" fmla="*/ 1419201 w 2071555"/>
              <a:gd name="connsiteY27" fmla="*/ 1614881 h 2414338"/>
              <a:gd name="connsiteX28" fmla="*/ 1402724 w 2071555"/>
              <a:gd name="connsiteY28" fmla="*/ 1644704 h 2414338"/>
              <a:gd name="connsiteX29" fmla="*/ 1401585 w 2071555"/>
              <a:gd name="connsiteY29" fmla="*/ 1646455 h 2414338"/>
              <a:gd name="connsiteX30" fmla="*/ 1397830 w 2071555"/>
              <a:gd name="connsiteY30" fmla="*/ 1653187 h 2414338"/>
              <a:gd name="connsiteX31" fmla="*/ 1338825 w 2071555"/>
              <a:gd name="connsiteY31" fmla="*/ 1742970 h 2414338"/>
              <a:gd name="connsiteX32" fmla="*/ 1313128 w 2071555"/>
              <a:gd name="connsiteY32" fmla="*/ 1782486 h 2414338"/>
              <a:gd name="connsiteX33" fmla="*/ 1311188 w 2071555"/>
              <a:gd name="connsiteY33" fmla="*/ 1785022 h 2414338"/>
              <a:gd name="connsiteX34" fmla="*/ 1307494 w 2071555"/>
              <a:gd name="connsiteY34" fmla="*/ 1790643 h 2414338"/>
              <a:gd name="connsiteX35" fmla="*/ 1253024 w 2071555"/>
              <a:gd name="connsiteY35" fmla="*/ 1861041 h 2414338"/>
              <a:gd name="connsiteX36" fmla="*/ 1216789 w 2071555"/>
              <a:gd name="connsiteY36" fmla="*/ 1908399 h 2414338"/>
              <a:gd name="connsiteX37" fmla="*/ 1213962 w 2071555"/>
              <a:gd name="connsiteY37" fmla="*/ 1911526 h 2414338"/>
              <a:gd name="connsiteX38" fmla="*/ 1210556 w 2071555"/>
              <a:gd name="connsiteY38" fmla="*/ 1915928 h 2414338"/>
              <a:gd name="connsiteX39" fmla="*/ 1160787 w 2071555"/>
              <a:gd name="connsiteY39" fmla="*/ 1970329 h 2414338"/>
              <a:gd name="connsiteX40" fmla="*/ 1114221 w 2071555"/>
              <a:gd name="connsiteY40" fmla="*/ 2021823 h 2414338"/>
              <a:gd name="connsiteX41" fmla="*/ 1110654 w 2071555"/>
              <a:gd name="connsiteY41" fmla="*/ 2025128 h 2414338"/>
              <a:gd name="connsiteX42" fmla="*/ 1107575 w 2071555"/>
              <a:gd name="connsiteY42" fmla="*/ 2028493 h 2414338"/>
              <a:gd name="connsiteX43" fmla="*/ 1060559 w 2071555"/>
              <a:gd name="connsiteY43" fmla="*/ 2071537 h 2414338"/>
              <a:gd name="connsiteX44" fmla="*/ 1005941 w 2071555"/>
              <a:gd name="connsiteY44" fmla="*/ 2122135 h 2414338"/>
              <a:gd name="connsiteX45" fmla="*/ 1002034 w 2071555"/>
              <a:gd name="connsiteY45" fmla="*/ 2125117 h 2414338"/>
              <a:gd name="connsiteX46" fmla="*/ 999112 w 2071555"/>
              <a:gd name="connsiteY46" fmla="*/ 2127791 h 2414338"/>
              <a:gd name="connsiteX47" fmla="*/ 949921 w 2071555"/>
              <a:gd name="connsiteY47" fmla="*/ 2164878 h 2414338"/>
              <a:gd name="connsiteX48" fmla="*/ 892464 w 2071555"/>
              <a:gd name="connsiteY48" fmla="*/ 2208718 h 2414338"/>
              <a:gd name="connsiteX49" fmla="*/ 888816 w 2071555"/>
              <a:gd name="connsiteY49" fmla="*/ 2210948 h 2414338"/>
              <a:gd name="connsiteX50" fmla="*/ 885728 w 2071555"/>
              <a:gd name="connsiteY50" fmla="*/ 2213276 h 2414338"/>
              <a:gd name="connsiteX51" fmla="*/ 825107 w 2071555"/>
              <a:gd name="connsiteY51" fmla="*/ 2249894 h 2414338"/>
              <a:gd name="connsiteX52" fmla="*/ 774306 w 2071555"/>
              <a:gd name="connsiteY52" fmla="*/ 2280949 h 2414338"/>
              <a:gd name="connsiteX53" fmla="*/ 771591 w 2071555"/>
              <a:gd name="connsiteY53" fmla="*/ 2282220 h 2414338"/>
              <a:gd name="connsiteX54" fmla="*/ 767982 w 2071555"/>
              <a:gd name="connsiteY54" fmla="*/ 2284400 h 2414338"/>
              <a:gd name="connsiteX55" fmla="*/ 680390 w 2071555"/>
              <a:gd name="connsiteY55" fmla="*/ 2324911 h 2414338"/>
              <a:gd name="connsiteX56" fmla="*/ 651982 w 2071555"/>
              <a:gd name="connsiteY56" fmla="*/ 2338209 h 2414338"/>
              <a:gd name="connsiteX57" fmla="*/ 650774 w 2071555"/>
              <a:gd name="connsiteY57" fmla="*/ 2338608 h 2414338"/>
              <a:gd name="connsiteX58" fmla="*/ 646435 w 2071555"/>
              <a:gd name="connsiteY58" fmla="*/ 2340615 h 2414338"/>
              <a:gd name="connsiteX59" fmla="*/ 264588 w 2071555"/>
              <a:gd name="connsiteY59" fmla="*/ 2414337 h 2414338"/>
              <a:gd name="connsiteX60" fmla="*/ 259641 w 2071555"/>
              <a:gd name="connsiteY60" fmla="*/ 2413955 h 2414338"/>
              <a:gd name="connsiteX61" fmla="*/ 0 w 2071555"/>
              <a:gd name="connsiteY61" fmla="*/ 2413955 h 2414338"/>
              <a:gd name="connsiteX62" fmla="*/ 0 w 2071555"/>
              <a:gd name="connsiteY62" fmla="*/ 2354642 h 2414338"/>
              <a:gd name="connsiteX63" fmla="*/ 71859 w 2071555"/>
              <a:gd name="connsiteY63" fmla="*/ 2328373 h 2414338"/>
              <a:gd name="connsiteX64" fmla="*/ 174064 w 2071555"/>
              <a:gd name="connsiteY64" fmla="*/ 2278842 h 2414338"/>
              <a:gd name="connsiteX65" fmla="*/ 207110 w 2071555"/>
              <a:gd name="connsiteY65" fmla="*/ 2259128 h 2414338"/>
              <a:gd name="connsiteX66" fmla="*/ 273120 w 2071555"/>
              <a:gd name="connsiteY66" fmla="*/ 2218970 h 2414338"/>
              <a:gd name="connsiteX67" fmla="*/ 311311 w 2071555"/>
              <a:gd name="connsiteY67" fmla="*/ 2191565 h 2414338"/>
              <a:gd name="connsiteX68" fmla="*/ 368764 w 2071555"/>
              <a:gd name="connsiteY68" fmla="*/ 2149143 h 2414338"/>
              <a:gd name="connsiteX69" fmla="*/ 408017 w 2071555"/>
              <a:gd name="connsiteY69" fmla="*/ 2115952 h 2414338"/>
              <a:gd name="connsiteX70" fmla="*/ 460733 w 2071555"/>
              <a:gd name="connsiteY70" fmla="*/ 2069742 h 2414338"/>
              <a:gd name="connsiteX71" fmla="*/ 499603 w 2071555"/>
              <a:gd name="connsiteY71" fmla="*/ 2031558 h 2414338"/>
              <a:gd name="connsiteX72" fmla="*/ 548764 w 2071555"/>
              <a:gd name="connsiteY72" fmla="*/ 1981147 h 2414338"/>
              <a:gd name="connsiteX73" fmla="*/ 586523 w 2071555"/>
              <a:gd name="connsiteY73" fmla="*/ 1938465 h 2414338"/>
              <a:gd name="connsiteX74" fmla="*/ 632596 w 2071555"/>
              <a:gd name="connsiteY74" fmla="*/ 1883730 h 2414338"/>
              <a:gd name="connsiteX75" fmla="*/ 668791 w 2071555"/>
              <a:gd name="connsiteY75" fmla="*/ 1836944 h 2414338"/>
              <a:gd name="connsiteX76" fmla="*/ 711970 w 2071555"/>
              <a:gd name="connsiteY76" fmla="*/ 1777858 h 2414338"/>
              <a:gd name="connsiteX77" fmla="*/ 746269 w 2071555"/>
              <a:gd name="connsiteY77" fmla="*/ 1727326 h 2414338"/>
              <a:gd name="connsiteX78" fmla="*/ 776519 w 2071555"/>
              <a:gd name="connsiteY78" fmla="*/ 1679771 h 2414338"/>
              <a:gd name="connsiteX79" fmla="*/ 891667 w 2071555"/>
              <a:gd name="connsiteY79" fmla="*/ 1473531 h 2414338"/>
              <a:gd name="connsiteX80" fmla="*/ 908064 w 2071555"/>
              <a:gd name="connsiteY80" fmla="*/ 1439373 h 2414338"/>
              <a:gd name="connsiteX81" fmla="*/ 1003625 w 2071555"/>
              <a:gd name="connsiteY81" fmla="*/ 1214778 h 2414338"/>
              <a:gd name="connsiteX82" fmla="*/ 1066956 w 2071555"/>
              <a:gd name="connsiteY82" fmla="*/ 1019005 h 2414338"/>
              <a:gd name="connsiteX83" fmla="*/ 1097896 w 2071555"/>
              <a:gd name="connsiteY83" fmla="*/ 920131 h 2414338"/>
              <a:gd name="connsiteX84" fmla="*/ 1166321 w 2071555"/>
              <a:gd name="connsiteY84" fmla="*/ 603489 h 2414338"/>
              <a:gd name="connsiteX85" fmla="*/ 864577 w 2071555"/>
              <a:gd name="connsiteY85" fmla="*/ 603489 h 241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2071555" h="2414338">
                <a:moveTo>
                  <a:pt x="16366" y="2380174"/>
                </a:moveTo>
                <a:lnTo>
                  <a:pt x="84552" y="2396339"/>
                </a:lnTo>
                <a:lnTo>
                  <a:pt x="106286" y="2401492"/>
                </a:lnTo>
                <a:lnTo>
                  <a:pt x="110624" y="2401832"/>
                </a:lnTo>
                <a:close/>
                <a:moveTo>
                  <a:pt x="1517411" y="0"/>
                </a:moveTo>
                <a:lnTo>
                  <a:pt x="2071555" y="603489"/>
                </a:lnTo>
                <a:lnTo>
                  <a:pt x="1769810" y="603489"/>
                </a:lnTo>
                <a:lnTo>
                  <a:pt x="1769800" y="603539"/>
                </a:lnTo>
                <a:lnTo>
                  <a:pt x="1731503" y="799461"/>
                </a:lnTo>
                <a:lnTo>
                  <a:pt x="1731271" y="800368"/>
                </a:lnTo>
                <a:lnTo>
                  <a:pt x="1730857" y="802483"/>
                </a:lnTo>
                <a:lnTo>
                  <a:pt x="1697711" y="931296"/>
                </a:lnTo>
                <a:lnTo>
                  <a:pt x="1683360" y="987286"/>
                </a:lnTo>
                <a:lnTo>
                  <a:pt x="1683078" y="988161"/>
                </a:lnTo>
                <a:lnTo>
                  <a:pt x="1681939" y="992589"/>
                </a:lnTo>
                <a:lnTo>
                  <a:pt x="1633416" y="1142907"/>
                </a:lnTo>
                <a:lnTo>
                  <a:pt x="1625894" y="1166343"/>
                </a:lnTo>
                <a:lnTo>
                  <a:pt x="1625641" y="1166990"/>
                </a:lnTo>
                <a:lnTo>
                  <a:pt x="1623617" y="1173260"/>
                </a:lnTo>
                <a:lnTo>
                  <a:pt x="1566089" y="1319456"/>
                </a:lnTo>
                <a:lnTo>
                  <a:pt x="1559623" y="1336011"/>
                </a:lnTo>
                <a:lnTo>
                  <a:pt x="1559317" y="1336666"/>
                </a:lnTo>
                <a:lnTo>
                  <a:pt x="1556452" y="1343948"/>
                </a:lnTo>
                <a:lnTo>
                  <a:pt x="1494814" y="1474788"/>
                </a:lnTo>
                <a:lnTo>
                  <a:pt x="1485061" y="1495672"/>
                </a:lnTo>
                <a:lnTo>
                  <a:pt x="1484481" y="1496722"/>
                </a:lnTo>
                <a:lnTo>
                  <a:pt x="1481002" y="1504106"/>
                </a:lnTo>
                <a:lnTo>
                  <a:pt x="1419201" y="1614881"/>
                </a:lnTo>
                <a:lnTo>
                  <a:pt x="1402724" y="1644704"/>
                </a:lnTo>
                <a:lnTo>
                  <a:pt x="1401585" y="1646455"/>
                </a:lnTo>
                <a:lnTo>
                  <a:pt x="1397830" y="1653187"/>
                </a:lnTo>
                <a:lnTo>
                  <a:pt x="1338825" y="1742970"/>
                </a:lnTo>
                <a:lnTo>
                  <a:pt x="1313128" y="1782486"/>
                </a:lnTo>
                <a:lnTo>
                  <a:pt x="1311188" y="1785022"/>
                </a:lnTo>
                <a:lnTo>
                  <a:pt x="1307494" y="1790643"/>
                </a:lnTo>
                <a:lnTo>
                  <a:pt x="1253024" y="1861041"/>
                </a:lnTo>
                <a:lnTo>
                  <a:pt x="1216789" y="1908399"/>
                </a:lnTo>
                <a:lnTo>
                  <a:pt x="1213962" y="1911526"/>
                </a:lnTo>
                <a:lnTo>
                  <a:pt x="1210556" y="1915928"/>
                </a:lnTo>
                <a:lnTo>
                  <a:pt x="1160787" y="1970329"/>
                </a:lnTo>
                <a:lnTo>
                  <a:pt x="1114221" y="2021823"/>
                </a:lnTo>
                <a:lnTo>
                  <a:pt x="1110654" y="2025128"/>
                </a:lnTo>
                <a:lnTo>
                  <a:pt x="1107575" y="2028493"/>
                </a:lnTo>
                <a:lnTo>
                  <a:pt x="1060559" y="2071537"/>
                </a:lnTo>
                <a:lnTo>
                  <a:pt x="1005941" y="2122135"/>
                </a:lnTo>
                <a:lnTo>
                  <a:pt x="1002034" y="2125117"/>
                </a:lnTo>
                <a:lnTo>
                  <a:pt x="999112" y="2127791"/>
                </a:lnTo>
                <a:lnTo>
                  <a:pt x="949921" y="2164878"/>
                </a:lnTo>
                <a:lnTo>
                  <a:pt x="892464" y="2208718"/>
                </a:lnTo>
                <a:lnTo>
                  <a:pt x="888816" y="2210948"/>
                </a:lnTo>
                <a:lnTo>
                  <a:pt x="885728" y="2213276"/>
                </a:lnTo>
                <a:lnTo>
                  <a:pt x="825107" y="2249894"/>
                </a:lnTo>
                <a:lnTo>
                  <a:pt x="774306" y="2280949"/>
                </a:lnTo>
                <a:lnTo>
                  <a:pt x="771591" y="2282220"/>
                </a:lnTo>
                <a:lnTo>
                  <a:pt x="767982" y="2284400"/>
                </a:lnTo>
                <a:lnTo>
                  <a:pt x="680390" y="2324911"/>
                </a:lnTo>
                <a:lnTo>
                  <a:pt x="651982" y="2338209"/>
                </a:lnTo>
                <a:lnTo>
                  <a:pt x="650774" y="2338608"/>
                </a:lnTo>
                <a:lnTo>
                  <a:pt x="646435" y="2340615"/>
                </a:lnTo>
                <a:cubicBezTo>
                  <a:pt x="523173" y="2389194"/>
                  <a:pt x="395051" y="2414589"/>
                  <a:pt x="264588" y="2414337"/>
                </a:cubicBezTo>
                <a:lnTo>
                  <a:pt x="259641" y="2413955"/>
                </a:lnTo>
                <a:lnTo>
                  <a:pt x="0" y="2413955"/>
                </a:lnTo>
                <a:lnTo>
                  <a:pt x="0" y="2354642"/>
                </a:lnTo>
                <a:lnTo>
                  <a:pt x="71859" y="2328373"/>
                </a:lnTo>
                <a:lnTo>
                  <a:pt x="174064" y="2278842"/>
                </a:lnTo>
                <a:lnTo>
                  <a:pt x="207110" y="2259128"/>
                </a:lnTo>
                <a:lnTo>
                  <a:pt x="273120" y="2218970"/>
                </a:lnTo>
                <a:lnTo>
                  <a:pt x="311311" y="2191565"/>
                </a:lnTo>
                <a:lnTo>
                  <a:pt x="368764" y="2149143"/>
                </a:lnTo>
                <a:lnTo>
                  <a:pt x="408017" y="2115952"/>
                </a:lnTo>
                <a:lnTo>
                  <a:pt x="460733" y="2069742"/>
                </a:lnTo>
                <a:lnTo>
                  <a:pt x="499603" y="2031558"/>
                </a:lnTo>
                <a:lnTo>
                  <a:pt x="548764" y="1981147"/>
                </a:lnTo>
                <a:lnTo>
                  <a:pt x="586523" y="1938465"/>
                </a:lnTo>
                <a:lnTo>
                  <a:pt x="632596" y="1883730"/>
                </a:lnTo>
                <a:lnTo>
                  <a:pt x="668791" y="1836944"/>
                </a:lnTo>
                <a:lnTo>
                  <a:pt x="711970" y="1777858"/>
                </a:lnTo>
                <a:lnTo>
                  <a:pt x="746269" y="1727326"/>
                </a:lnTo>
                <a:lnTo>
                  <a:pt x="776519" y="1679771"/>
                </a:lnTo>
                <a:lnTo>
                  <a:pt x="891667" y="1473531"/>
                </a:lnTo>
                <a:lnTo>
                  <a:pt x="908064" y="1439373"/>
                </a:lnTo>
                <a:lnTo>
                  <a:pt x="1003625" y="1214778"/>
                </a:lnTo>
                <a:lnTo>
                  <a:pt x="1066956" y="1019005"/>
                </a:lnTo>
                <a:lnTo>
                  <a:pt x="1097896" y="920131"/>
                </a:lnTo>
                <a:lnTo>
                  <a:pt x="1166321" y="603489"/>
                </a:lnTo>
                <a:lnTo>
                  <a:pt x="864577" y="6034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07D8218-5C76-8204-8099-1456FE92B8AB}"/>
              </a:ext>
            </a:extLst>
          </p:cNvPr>
          <p:cNvSpPr txBox="1"/>
          <p:nvPr/>
        </p:nvSpPr>
        <p:spPr>
          <a:xfrm>
            <a:off x="3614141" y="1916183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rgbClr val="0070C0"/>
                </a:solidFill>
              </a:rPr>
              <a:t>+</a:t>
            </a:r>
            <a:endParaRPr kumimoji="1" lang="ja-JP" altLang="en-US" sz="2800" b="1">
              <a:solidFill>
                <a:srgbClr val="0070C0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8094FDA-754E-BC50-98C7-FA14609AFC74}"/>
              </a:ext>
            </a:extLst>
          </p:cNvPr>
          <p:cNvSpPr txBox="1"/>
          <p:nvPr/>
        </p:nvSpPr>
        <p:spPr>
          <a:xfrm>
            <a:off x="248663" y="3555467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-</a:t>
            </a:r>
            <a:endParaRPr kumimoji="1" lang="ja-JP" altLang="en-US" sz="2800">
              <a:solidFill>
                <a:srgbClr val="FF0000"/>
              </a:solidFill>
            </a:endParaRPr>
          </a:p>
        </p:txBody>
      </p:sp>
      <p:sp>
        <p:nvSpPr>
          <p:cNvPr id="39" name="フリーフォーム: 図形 38">
            <a:extLst>
              <a:ext uri="{FF2B5EF4-FFF2-40B4-BE49-F238E27FC236}">
                <a16:creationId xmlns:a16="http://schemas.microsoft.com/office/drawing/2014/main" id="{BA02EB66-1D6D-EAE9-6782-DB9DAA992289}"/>
              </a:ext>
            </a:extLst>
          </p:cNvPr>
          <p:cNvSpPr/>
          <p:nvPr/>
        </p:nvSpPr>
        <p:spPr>
          <a:xfrm rot="663280" flipH="1">
            <a:off x="560061" y="3724039"/>
            <a:ext cx="662977" cy="772680"/>
          </a:xfrm>
          <a:custGeom>
            <a:avLst/>
            <a:gdLst>
              <a:gd name="connsiteX0" fmla="*/ 16366 w 2071555"/>
              <a:gd name="connsiteY0" fmla="*/ 2380174 h 2414338"/>
              <a:gd name="connsiteX1" fmla="*/ 84552 w 2071555"/>
              <a:gd name="connsiteY1" fmla="*/ 2396339 h 2414338"/>
              <a:gd name="connsiteX2" fmla="*/ 106286 w 2071555"/>
              <a:gd name="connsiteY2" fmla="*/ 2401492 h 2414338"/>
              <a:gd name="connsiteX3" fmla="*/ 110624 w 2071555"/>
              <a:gd name="connsiteY3" fmla="*/ 2401832 h 2414338"/>
              <a:gd name="connsiteX4" fmla="*/ 1517411 w 2071555"/>
              <a:gd name="connsiteY4" fmla="*/ 0 h 2414338"/>
              <a:gd name="connsiteX5" fmla="*/ 2071555 w 2071555"/>
              <a:gd name="connsiteY5" fmla="*/ 603489 h 2414338"/>
              <a:gd name="connsiteX6" fmla="*/ 1769810 w 2071555"/>
              <a:gd name="connsiteY6" fmla="*/ 603489 h 2414338"/>
              <a:gd name="connsiteX7" fmla="*/ 1769800 w 2071555"/>
              <a:gd name="connsiteY7" fmla="*/ 603539 h 2414338"/>
              <a:gd name="connsiteX8" fmla="*/ 1731503 w 2071555"/>
              <a:gd name="connsiteY8" fmla="*/ 799461 h 2414338"/>
              <a:gd name="connsiteX9" fmla="*/ 1731271 w 2071555"/>
              <a:gd name="connsiteY9" fmla="*/ 800368 h 2414338"/>
              <a:gd name="connsiteX10" fmla="*/ 1730857 w 2071555"/>
              <a:gd name="connsiteY10" fmla="*/ 802483 h 2414338"/>
              <a:gd name="connsiteX11" fmla="*/ 1697711 w 2071555"/>
              <a:gd name="connsiteY11" fmla="*/ 931296 h 2414338"/>
              <a:gd name="connsiteX12" fmla="*/ 1683360 w 2071555"/>
              <a:gd name="connsiteY12" fmla="*/ 987286 h 2414338"/>
              <a:gd name="connsiteX13" fmla="*/ 1683078 w 2071555"/>
              <a:gd name="connsiteY13" fmla="*/ 988161 h 2414338"/>
              <a:gd name="connsiteX14" fmla="*/ 1681939 w 2071555"/>
              <a:gd name="connsiteY14" fmla="*/ 992589 h 2414338"/>
              <a:gd name="connsiteX15" fmla="*/ 1633416 w 2071555"/>
              <a:gd name="connsiteY15" fmla="*/ 1142907 h 2414338"/>
              <a:gd name="connsiteX16" fmla="*/ 1625894 w 2071555"/>
              <a:gd name="connsiteY16" fmla="*/ 1166343 h 2414338"/>
              <a:gd name="connsiteX17" fmla="*/ 1625641 w 2071555"/>
              <a:gd name="connsiteY17" fmla="*/ 1166990 h 2414338"/>
              <a:gd name="connsiteX18" fmla="*/ 1623617 w 2071555"/>
              <a:gd name="connsiteY18" fmla="*/ 1173260 h 2414338"/>
              <a:gd name="connsiteX19" fmla="*/ 1566089 w 2071555"/>
              <a:gd name="connsiteY19" fmla="*/ 1319456 h 2414338"/>
              <a:gd name="connsiteX20" fmla="*/ 1559623 w 2071555"/>
              <a:gd name="connsiteY20" fmla="*/ 1336011 h 2414338"/>
              <a:gd name="connsiteX21" fmla="*/ 1559317 w 2071555"/>
              <a:gd name="connsiteY21" fmla="*/ 1336666 h 2414338"/>
              <a:gd name="connsiteX22" fmla="*/ 1556452 w 2071555"/>
              <a:gd name="connsiteY22" fmla="*/ 1343948 h 2414338"/>
              <a:gd name="connsiteX23" fmla="*/ 1494814 w 2071555"/>
              <a:gd name="connsiteY23" fmla="*/ 1474788 h 2414338"/>
              <a:gd name="connsiteX24" fmla="*/ 1485061 w 2071555"/>
              <a:gd name="connsiteY24" fmla="*/ 1495672 h 2414338"/>
              <a:gd name="connsiteX25" fmla="*/ 1484481 w 2071555"/>
              <a:gd name="connsiteY25" fmla="*/ 1496722 h 2414338"/>
              <a:gd name="connsiteX26" fmla="*/ 1481002 w 2071555"/>
              <a:gd name="connsiteY26" fmla="*/ 1504106 h 2414338"/>
              <a:gd name="connsiteX27" fmla="*/ 1419201 w 2071555"/>
              <a:gd name="connsiteY27" fmla="*/ 1614881 h 2414338"/>
              <a:gd name="connsiteX28" fmla="*/ 1402724 w 2071555"/>
              <a:gd name="connsiteY28" fmla="*/ 1644704 h 2414338"/>
              <a:gd name="connsiteX29" fmla="*/ 1401585 w 2071555"/>
              <a:gd name="connsiteY29" fmla="*/ 1646455 h 2414338"/>
              <a:gd name="connsiteX30" fmla="*/ 1397830 w 2071555"/>
              <a:gd name="connsiteY30" fmla="*/ 1653187 h 2414338"/>
              <a:gd name="connsiteX31" fmla="*/ 1338825 w 2071555"/>
              <a:gd name="connsiteY31" fmla="*/ 1742970 h 2414338"/>
              <a:gd name="connsiteX32" fmla="*/ 1313128 w 2071555"/>
              <a:gd name="connsiteY32" fmla="*/ 1782486 h 2414338"/>
              <a:gd name="connsiteX33" fmla="*/ 1311188 w 2071555"/>
              <a:gd name="connsiteY33" fmla="*/ 1785022 h 2414338"/>
              <a:gd name="connsiteX34" fmla="*/ 1307494 w 2071555"/>
              <a:gd name="connsiteY34" fmla="*/ 1790643 h 2414338"/>
              <a:gd name="connsiteX35" fmla="*/ 1253024 w 2071555"/>
              <a:gd name="connsiteY35" fmla="*/ 1861041 h 2414338"/>
              <a:gd name="connsiteX36" fmla="*/ 1216789 w 2071555"/>
              <a:gd name="connsiteY36" fmla="*/ 1908399 h 2414338"/>
              <a:gd name="connsiteX37" fmla="*/ 1213962 w 2071555"/>
              <a:gd name="connsiteY37" fmla="*/ 1911526 h 2414338"/>
              <a:gd name="connsiteX38" fmla="*/ 1210556 w 2071555"/>
              <a:gd name="connsiteY38" fmla="*/ 1915928 h 2414338"/>
              <a:gd name="connsiteX39" fmla="*/ 1160787 w 2071555"/>
              <a:gd name="connsiteY39" fmla="*/ 1970329 h 2414338"/>
              <a:gd name="connsiteX40" fmla="*/ 1114221 w 2071555"/>
              <a:gd name="connsiteY40" fmla="*/ 2021823 h 2414338"/>
              <a:gd name="connsiteX41" fmla="*/ 1110654 w 2071555"/>
              <a:gd name="connsiteY41" fmla="*/ 2025128 h 2414338"/>
              <a:gd name="connsiteX42" fmla="*/ 1107575 w 2071555"/>
              <a:gd name="connsiteY42" fmla="*/ 2028493 h 2414338"/>
              <a:gd name="connsiteX43" fmla="*/ 1060559 w 2071555"/>
              <a:gd name="connsiteY43" fmla="*/ 2071537 h 2414338"/>
              <a:gd name="connsiteX44" fmla="*/ 1005941 w 2071555"/>
              <a:gd name="connsiteY44" fmla="*/ 2122135 h 2414338"/>
              <a:gd name="connsiteX45" fmla="*/ 1002034 w 2071555"/>
              <a:gd name="connsiteY45" fmla="*/ 2125117 h 2414338"/>
              <a:gd name="connsiteX46" fmla="*/ 999112 w 2071555"/>
              <a:gd name="connsiteY46" fmla="*/ 2127791 h 2414338"/>
              <a:gd name="connsiteX47" fmla="*/ 949921 w 2071555"/>
              <a:gd name="connsiteY47" fmla="*/ 2164878 h 2414338"/>
              <a:gd name="connsiteX48" fmla="*/ 892464 w 2071555"/>
              <a:gd name="connsiteY48" fmla="*/ 2208718 h 2414338"/>
              <a:gd name="connsiteX49" fmla="*/ 888816 w 2071555"/>
              <a:gd name="connsiteY49" fmla="*/ 2210948 h 2414338"/>
              <a:gd name="connsiteX50" fmla="*/ 885728 w 2071555"/>
              <a:gd name="connsiteY50" fmla="*/ 2213276 h 2414338"/>
              <a:gd name="connsiteX51" fmla="*/ 825107 w 2071555"/>
              <a:gd name="connsiteY51" fmla="*/ 2249894 h 2414338"/>
              <a:gd name="connsiteX52" fmla="*/ 774306 w 2071555"/>
              <a:gd name="connsiteY52" fmla="*/ 2280949 h 2414338"/>
              <a:gd name="connsiteX53" fmla="*/ 771591 w 2071555"/>
              <a:gd name="connsiteY53" fmla="*/ 2282220 h 2414338"/>
              <a:gd name="connsiteX54" fmla="*/ 767982 w 2071555"/>
              <a:gd name="connsiteY54" fmla="*/ 2284400 h 2414338"/>
              <a:gd name="connsiteX55" fmla="*/ 680390 w 2071555"/>
              <a:gd name="connsiteY55" fmla="*/ 2324911 h 2414338"/>
              <a:gd name="connsiteX56" fmla="*/ 651982 w 2071555"/>
              <a:gd name="connsiteY56" fmla="*/ 2338209 h 2414338"/>
              <a:gd name="connsiteX57" fmla="*/ 650774 w 2071555"/>
              <a:gd name="connsiteY57" fmla="*/ 2338608 h 2414338"/>
              <a:gd name="connsiteX58" fmla="*/ 646435 w 2071555"/>
              <a:gd name="connsiteY58" fmla="*/ 2340615 h 2414338"/>
              <a:gd name="connsiteX59" fmla="*/ 264588 w 2071555"/>
              <a:gd name="connsiteY59" fmla="*/ 2414337 h 2414338"/>
              <a:gd name="connsiteX60" fmla="*/ 259641 w 2071555"/>
              <a:gd name="connsiteY60" fmla="*/ 2413955 h 2414338"/>
              <a:gd name="connsiteX61" fmla="*/ 0 w 2071555"/>
              <a:gd name="connsiteY61" fmla="*/ 2413955 h 2414338"/>
              <a:gd name="connsiteX62" fmla="*/ 0 w 2071555"/>
              <a:gd name="connsiteY62" fmla="*/ 2354642 h 2414338"/>
              <a:gd name="connsiteX63" fmla="*/ 71859 w 2071555"/>
              <a:gd name="connsiteY63" fmla="*/ 2328373 h 2414338"/>
              <a:gd name="connsiteX64" fmla="*/ 174064 w 2071555"/>
              <a:gd name="connsiteY64" fmla="*/ 2278842 h 2414338"/>
              <a:gd name="connsiteX65" fmla="*/ 207110 w 2071555"/>
              <a:gd name="connsiteY65" fmla="*/ 2259128 h 2414338"/>
              <a:gd name="connsiteX66" fmla="*/ 273120 w 2071555"/>
              <a:gd name="connsiteY66" fmla="*/ 2218970 h 2414338"/>
              <a:gd name="connsiteX67" fmla="*/ 311311 w 2071555"/>
              <a:gd name="connsiteY67" fmla="*/ 2191565 h 2414338"/>
              <a:gd name="connsiteX68" fmla="*/ 368764 w 2071555"/>
              <a:gd name="connsiteY68" fmla="*/ 2149143 h 2414338"/>
              <a:gd name="connsiteX69" fmla="*/ 408017 w 2071555"/>
              <a:gd name="connsiteY69" fmla="*/ 2115952 h 2414338"/>
              <a:gd name="connsiteX70" fmla="*/ 460733 w 2071555"/>
              <a:gd name="connsiteY70" fmla="*/ 2069742 h 2414338"/>
              <a:gd name="connsiteX71" fmla="*/ 499603 w 2071555"/>
              <a:gd name="connsiteY71" fmla="*/ 2031558 h 2414338"/>
              <a:gd name="connsiteX72" fmla="*/ 548764 w 2071555"/>
              <a:gd name="connsiteY72" fmla="*/ 1981147 h 2414338"/>
              <a:gd name="connsiteX73" fmla="*/ 586523 w 2071555"/>
              <a:gd name="connsiteY73" fmla="*/ 1938465 h 2414338"/>
              <a:gd name="connsiteX74" fmla="*/ 632596 w 2071555"/>
              <a:gd name="connsiteY74" fmla="*/ 1883730 h 2414338"/>
              <a:gd name="connsiteX75" fmla="*/ 668791 w 2071555"/>
              <a:gd name="connsiteY75" fmla="*/ 1836944 h 2414338"/>
              <a:gd name="connsiteX76" fmla="*/ 711970 w 2071555"/>
              <a:gd name="connsiteY76" fmla="*/ 1777858 h 2414338"/>
              <a:gd name="connsiteX77" fmla="*/ 746269 w 2071555"/>
              <a:gd name="connsiteY77" fmla="*/ 1727326 h 2414338"/>
              <a:gd name="connsiteX78" fmla="*/ 776519 w 2071555"/>
              <a:gd name="connsiteY78" fmla="*/ 1679771 h 2414338"/>
              <a:gd name="connsiteX79" fmla="*/ 891667 w 2071555"/>
              <a:gd name="connsiteY79" fmla="*/ 1473531 h 2414338"/>
              <a:gd name="connsiteX80" fmla="*/ 908064 w 2071555"/>
              <a:gd name="connsiteY80" fmla="*/ 1439373 h 2414338"/>
              <a:gd name="connsiteX81" fmla="*/ 1003625 w 2071555"/>
              <a:gd name="connsiteY81" fmla="*/ 1214778 h 2414338"/>
              <a:gd name="connsiteX82" fmla="*/ 1066956 w 2071555"/>
              <a:gd name="connsiteY82" fmla="*/ 1019005 h 2414338"/>
              <a:gd name="connsiteX83" fmla="*/ 1097896 w 2071555"/>
              <a:gd name="connsiteY83" fmla="*/ 920131 h 2414338"/>
              <a:gd name="connsiteX84" fmla="*/ 1166321 w 2071555"/>
              <a:gd name="connsiteY84" fmla="*/ 603489 h 2414338"/>
              <a:gd name="connsiteX85" fmla="*/ 864577 w 2071555"/>
              <a:gd name="connsiteY85" fmla="*/ 603489 h 241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2071555" h="2414338">
                <a:moveTo>
                  <a:pt x="16366" y="2380174"/>
                </a:moveTo>
                <a:lnTo>
                  <a:pt x="84552" y="2396339"/>
                </a:lnTo>
                <a:lnTo>
                  <a:pt x="106286" y="2401492"/>
                </a:lnTo>
                <a:lnTo>
                  <a:pt x="110624" y="2401832"/>
                </a:lnTo>
                <a:close/>
                <a:moveTo>
                  <a:pt x="1517411" y="0"/>
                </a:moveTo>
                <a:lnTo>
                  <a:pt x="2071555" y="603489"/>
                </a:lnTo>
                <a:lnTo>
                  <a:pt x="1769810" y="603489"/>
                </a:lnTo>
                <a:lnTo>
                  <a:pt x="1769800" y="603539"/>
                </a:lnTo>
                <a:lnTo>
                  <a:pt x="1731503" y="799461"/>
                </a:lnTo>
                <a:lnTo>
                  <a:pt x="1731271" y="800368"/>
                </a:lnTo>
                <a:lnTo>
                  <a:pt x="1730857" y="802483"/>
                </a:lnTo>
                <a:lnTo>
                  <a:pt x="1697711" y="931296"/>
                </a:lnTo>
                <a:lnTo>
                  <a:pt x="1683360" y="987286"/>
                </a:lnTo>
                <a:lnTo>
                  <a:pt x="1683078" y="988161"/>
                </a:lnTo>
                <a:lnTo>
                  <a:pt x="1681939" y="992589"/>
                </a:lnTo>
                <a:lnTo>
                  <a:pt x="1633416" y="1142907"/>
                </a:lnTo>
                <a:lnTo>
                  <a:pt x="1625894" y="1166343"/>
                </a:lnTo>
                <a:lnTo>
                  <a:pt x="1625641" y="1166990"/>
                </a:lnTo>
                <a:lnTo>
                  <a:pt x="1623617" y="1173260"/>
                </a:lnTo>
                <a:lnTo>
                  <a:pt x="1566089" y="1319456"/>
                </a:lnTo>
                <a:lnTo>
                  <a:pt x="1559623" y="1336011"/>
                </a:lnTo>
                <a:lnTo>
                  <a:pt x="1559317" y="1336666"/>
                </a:lnTo>
                <a:lnTo>
                  <a:pt x="1556452" y="1343948"/>
                </a:lnTo>
                <a:lnTo>
                  <a:pt x="1494814" y="1474788"/>
                </a:lnTo>
                <a:lnTo>
                  <a:pt x="1485061" y="1495672"/>
                </a:lnTo>
                <a:lnTo>
                  <a:pt x="1484481" y="1496722"/>
                </a:lnTo>
                <a:lnTo>
                  <a:pt x="1481002" y="1504106"/>
                </a:lnTo>
                <a:lnTo>
                  <a:pt x="1419201" y="1614881"/>
                </a:lnTo>
                <a:lnTo>
                  <a:pt x="1402724" y="1644704"/>
                </a:lnTo>
                <a:lnTo>
                  <a:pt x="1401585" y="1646455"/>
                </a:lnTo>
                <a:lnTo>
                  <a:pt x="1397830" y="1653187"/>
                </a:lnTo>
                <a:lnTo>
                  <a:pt x="1338825" y="1742970"/>
                </a:lnTo>
                <a:lnTo>
                  <a:pt x="1313128" y="1782486"/>
                </a:lnTo>
                <a:lnTo>
                  <a:pt x="1311188" y="1785022"/>
                </a:lnTo>
                <a:lnTo>
                  <a:pt x="1307494" y="1790643"/>
                </a:lnTo>
                <a:lnTo>
                  <a:pt x="1253024" y="1861041"/>
                </a:lnTo>
                <a:lnTo>
                  <a:pt x="1216789" y="1908399"/>
                </a:lnTo>
                <a:lnTo>
                  <a:pt x="1213962" y="1911526"/>
                </a:lnTo>
                <a:lnTo>
                  <a:pt x="1210556" y="1915928"/>
                </a:lnTo>
                <a:lnTo>
                  <a:pt x="1160787" y="1970329"/>
                </a:lnTo>
                <a:lnTo>
                  <a:pt x="1114221" y="2021823"/>
                </a:lnTo>
                <a:lnTo>
                  <a:pt x="1110654" y="2025128"/>
                </a:lnTo>
                <a:lnTo>
                  <a:pt x="1107575" y="2028493"/>
                </a:lnTo>
                <a:lnTo>
                  <a:pt x="1060559" y="2071537"/>
                </a:lnTo>
                <a:lnTo>
                  <a:pt x="1005941" y="2122135"/>
                </a:lnTo>
                <a:lnTo>
                  <a:pt x="1002034" y="2125117"/>
                </a:lnTo>
                <a:lnTo>
                  <a:pt x="999112" y="2127791"/>
                </a:lnTo>
                <a:lnTo>
                  <a:pt x="949921" y="2164878"/>
                </a:lnTo>
                <a:lnTo>
                  <a:pt x="892464" y="2208718"/>
                </a:lnTo>
                <a:lnTo>
                  <a:pt x="888816" y="2210948"/>
                </a:lnTo>
                <a:lnTo>
                  <a:pt x="885728" y="2213276"/>
                </a:lnTo>
                <a:lnTo>
                  <a:pt x="825107" y="2249894"/>
                </a:lnTo>
                <a:lnTo>
                  <a:pt x="774306" y="2280949"/>
                </a:lnTo>
                <a:lnTo>
                  <a:pt x="771591" y="2282220"/>
                </a:lnTo>
                <a:lnTo>
                  <a:pt x="767982" y="2284400"/>
                </a:lnTo>
                <a:lnTo>
                  <a:pt x="680390" y="2324911"/>
                </a:lnTo>
                <a:lnTo>
                  <a:pt x="651982" y="2338209"/>
                </a:lnTo>
                <a:lnTo>
                  <a:pt x="650774" y="2338608"/>
                </a:lnTo>
                <a:lnTo>
                  <a:pt x="646435" y="2340615"/>
                </a:lnTo>
                <a:cubicBezTo>
                  <a:pt x="523173" y="2389194"/>
                  <a:pt x="395051" y="2414589"/>
                  <a:pt x="264588" y="2414337"/>
                </a:cubicBezTo>
                <a:lnTo>
                  <a:pt x="259641" y="2413955"/>
                </a:lnTo>
                <a:lnTo>
                  <a:pt x="0" y="2413955"/>
                </a:lnTo>
                <a:lnTo>
                  <a:pt x="0" y="2354642"/>
                </a:lnTo>
                <a:lnTo>
                  <a:pt x="71859" y="2328373"/>
                </a:lnTo>
                <a:lnTo>
                  <a:pt x="174064" y="2278842"/>
                </a:lnTo>
                <a:lnTo>
                  <a:pt x="207110" y="2259128"/>
                </a:lnTo>
                <a:lnTo>
                  <a:pt x="273120" y="2218970"/>
                </a:lnTo>
                <a:lnTo>
                  <a:pt x="311311" y="2191565"/>
                </a:lnTo>
                <a:lnTo>
                  <a:pt x="368764" y="2149143"/>
                </a:lnTo>
                <a:lnTo>
                  <a:pt x="408017" y="2115952"/>
                </a:lnTo>
                <a:lnTo>
                  <a:pt x="460733" y="2069742"/>
                </a:lnTo>
                <a:lnTo>
                  <a:pt x="499603" y="2031558"/>
                </a:lnTo>
                <a:lnTo>
                  <a:pt x="548764" y="1981147"/>
                </a:lnTo>
                <a:lnTo>
                  <a:pt x="586523" y="1938465"/>
                </a:lnTo>
                <a:lnTo>
                  <a:pt x="632596" y="1883730"/>
                </a:lnTo>
                <a:lnTo>
                  <a:pt x="668791" y="1836944"/>
                </a:lnTo>
                <a:lnTo>
                  <a:pt x="711970" y="1777858"/>
                </a:lnTo>
                <a:lnTo>
                  <a:pt x="746269" y="1727326"/>
                </a:lnTo>
                <a:lnTo>
                  <a:pt x="776519" y="1679771"/>
                </a:lnTo>
                <a:lnTo>
                  <a:pt x="891667" y="1473531"/>
                </a:lnTo>
                <a:lnTo>
                  <a:pt x="908064" y="1439373"/>
                </a:lnTo>
                <a:lnTo>
                  <a:pt x="1003625" y="1214778"/>
                </a:lnTo>
                <a:lnTo>
                  <a:pt x="1066956" y="1019005"/>
                </a:lnTo>
                <a:lnTo>
                  <a:pt x="1097896" y="920131"/>
                </a:lnTo>
                <a:lnTo>
                  <a:pt x="1166321" y="603489"/>
                </a:lnTo>
                <a:lnTo>
                  <a:pt x="864577" y="6034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0" name="フリーフォーム: 図形 39">
            <a:extLst>
              <a:ext uri="{FF2B5EF4-FFF2-40B4-BE49-F238E27FC236}">
                <a16:creationId xmlns:a16="http://schemas.microsoft.com/office/drawing/2014/main" id="{943A735A-7CD2-FCE8-5056-886707EA23ED}"/>
              </a:ext>
            </a:extLst>
          </p:cNvPr>
          <p:cNvSpPr/>
          <p:nvPr/>
        </p:nvSpPr>
        <p:spPr>
          <a:xfrm rot="20524211">
            <a:off x="3474923" y="3889332"/>
            <a:ext cx="662977" cy="772680"/>
          </a:xfrm>
          <a:custGeom>
            <a:avLst/>
            <a:gdLst>
              <a:gd name="connsiteX0" fmla="*/ 16366 w 2071555"/>
              <a:gd name="connsiteY0" fmla="*/ 2380174 h 2414338"/>
              <a:gd name="connsiteX1" fmla="*/ 84552 w 2071555"/>
              <a:gd name="connsiteY1" fmla="*/ 2396339 h 2414338"/>
              <a:gd name="connsiteX2" fmla="*/ 106286 w 2071555"/>
              <a:gd name="connsiteY2" fmla="*/ 2401492 h 2414338"/>
              <a:gd name="connsiteX3" fmla="*/ 110624 w 2071555"/>
              <a:gd name="connsiteY3" fmla="*/ 2401832 h 2414338"/>
              <a:gd name="connsiteX4" fmla="*/ 1517411 w 2071555"/>
              <a:gd name="connsiteY4" fmla="*/ 0 h 2414338"/>
              <a:gd name="connsiteX5" fmla="*/ 2071555 w 2071555"/>
              <a:gd name="connsiteY5" fmla="*/ 603489 h 2414338"/>
              <a:gd name="connsiteX6" fmla="*/ 1769810 w 2071555"/>
              <a:gd name="connsiteY6" fmla="*/ 603489 h 2414338"/>
              <a:gd name="connsiteX7" fmla="*/ 1769800 w 2071555"/>
              <a:gd name="connsiteY7" fmla="*/ 603539 h 2414338"/>
              <a:gd name="connsiteX8" fmla="*/ 1731503 w 2071555"/>
              <a:gd name="connsiteY8" fmla="*/ 799461 h 2414338"/>
              <a:gd name="connsiteX9" fmla="*/ 1731271 w 2071555"/>
              <a:gd name="connsiteY9" fmla="*/ 800368 h 2414338"/>
              <a:gd name="connsiteX10" fmla="*/ 1730857 w 2071555"/>
              <a:gd name="connsiteY10" fmla="*/ 802483 h 2414338"/>
              <a:gd name="connsiteX11" fmla="*/ 1697711 w 2071555"/>
              <a:gd name="connsiteY11" fmla="*/ 931296 h 2414338"/>
              <a:gd name="connsiteX12" fmla="*/ 1683360 w 2071555"/>
              <a:gd name="connsiteY12" fmla="*/ 987286 h 2414338"/>
              <a:gd name="connsiteX13" fmla="*/ 1683078 w 2071555"/>
              <a:gd name="connsiteY13" fmla="*/ 988161 h 2414338"/>
              <a:gd name="connsiteX14" fmla="*/ 1681939 w 2071555"/>
              <a:gd name="connsiteY14" fmla="*/ 992589 h 2414338"/>
              <a:gd name="connsiteX15" fmla="*/ 1633416 w 2071555"/>
              <a:gd name="connsiteY15" fmla="*/ 1142907 h 2414338"/>
              <a:gd name="connsiteX16" fmla="*/ 1625894 w 2071555"/>
              <a:gd name="connsiteY16" fmla="*/ 1166343 h 2414338"/>
              <a:gd name="connsiteX17" fmla="*/ 1625641 w 2071555"/>
              <a:gd name="connsiteY17" fmla="*/ 1166990 h 2414338"/>
              <a:gd name="connsiteX18" fmla="*/ 1623617 w 2071555"/>
              <a:gd name="connsiteY18" fmla="*/ 1173260 h 2414338"/>
              <a:gd name="connsiteX19" fmla="*/ 1566089 w 2071555"/>
              <a:gd name="connsiteY19" fmla="*/ 1319456 h 2414338"/>
              <a:gd name="connsiteX20" fmla="*/ 1559623 w 2071555"/>
              <a:gd name="connsiteY20" fmla="*/ 1336011 h 2414338"/>
              <a:gd name="connsiteX21" fmla="*/ 1559317 w 2071555"/>
              <a:gd name="connsiteY21" fmla="*/ 1336666 h 2414338"/>
              <a:gd name="connsiteX22" fmla="*/ 1556452 w 2071555"/>
              <a:gd name="connsiteY22" fmla="*/ 1343948 h 2414338"/>
              <a:gd name="connsiteX23" fmla="*/ 1494814 w 2071555"/>
              <a:gd name="connsiteY23" fmla="*/ 1474788 h 2414338"/>
              <a:gd name="connsiteX24" fmla="*/ 1485061 w 2071555"/>
              <a:gd name="connsiteY24" fmla="*/ 1495672 h 2414338"/>
              <a:gd name="connsiteX25" fmla="*/ 1484481 w 2071555"/>
              <a:gd name="connsiteY25" fmla="*/ 1496722 h 2414338"/>
              <a:gd name="connsiteX26" fmla="*/ 1481002 w 2071555"/>
              <a:gd name="connsiteY26" fmla="*/ 1504106 h 2414338"/>
              <a:gd name="connsiteX27" fmla="*/ 1419201 w 2071555"/>
              <a:gd name="connsiteY27" fmla="*/ 1614881 h 2414338"/>
              <a:gd name="connsiteX28" fmla="*/ 1402724 w 2071555"/>
              <a:gd name="connsiteY28" fmla="*/ 1644704 h 2414338"/>
              <a:gd name="connsiteX29" fmla="*/ 1401585 w 2071555"/>
              <a:gd name="connsiteY29" fmla="*/ 1646455 h 2414338"/>
              <a:gd name="connsiteX30" fmla="*/ 1397830 w 2071555"/>
              <a:gd name="connsiteY30" fmla="*/ 1653187 h 2414338"/>
              <a:gd name="connsiteX31" fmla="*/ 1338825 w 2071555"/>
              <a:gd name="connsiteY31" fmla="*/ 1742970 h 2414338"/>
              <a:gd name="connsiteX32" fmla="*/ 1313128 w 2071555"/>
              <a:gd name="connsiteY32" fmla="*/ 1782486 h 2414338"/>
              <a:gd name="connsiteX33" fmla="*/ 1311188 w 2071555"/>
              <a:gd name="connsiteY33" fmla="*/ 1785022 h 2414338"/>
              <a:gd name="connsiteX34" fmla="*/ 1307494 w 2071555"/>
              <a:gd name="connsiteY34" fmla="*/ 1790643 h 2414338"/>
              <a:gd name="connsiteX35" fmla="*/ 1253024 w 2071555"/>
              <a:gd name="connsiteY35" fmla="*/ 1861041 h 2414338"/>
              <a:gd name="connsiteX36" fmla="*/ 1216789 w 2071555"/>
              <a:gd name="connsiteY36" fmla="*/ 1908399 h 2414338"/>
              <a:gd name="connsiteX37" fmla="*/ 1213962 w 2071555"/>
              <a:gd name="connsiteY37" fmla="*/ 1911526 h 2414338"/>
              <a:gd name="connsiteX38" fmla="*/ 1210556 w 2071555"/>
              <a:gd name="connsiteY38" fmla="*/ 1915928 h 2414338"/>
              <a:gd name="connsiteX39" fmla="*/ 1160787 w 2071555"/>
              <a:gd name="connsiteY39" fmla="*/ 1970329 h 2414338"/>
              <a:gd name="connsiteX40" fmla="*/ 1114221 w 2071555"/>
              <a:gd name="connsiteY40" fmla="*/ 2021823 h 2414338"/>
              <a:gd name="connsiteX41" fmla="*/ 1110654 w 2071555"/>
              <a:gd name="connsiteY41" fmla="*/ 2025128 h 2414338"/>
              <a:gd name="connsiteX42" fmla="*/ 1107575 w 2071555"/>
              <a:gd name="connsiteY42" fmla="*/ 2028493 h 2414338"/>
              <a:gd name="connsiteX43" fmla="*/ 1060559 w 2071555"/>
              <a:gd name="connsiteY43" fmla="*/ 2071537 h 2414338"/>
              <a:gd name="connsiteX44" fmla="*/ 1005941 w 2071555"/>
              <a:gd name="connsiteY44" fmla="*/ 2122135 h 2414338"/>
              <a:gd name="connsiteX45" fmla="*/ 1002034 w 2071555"/>
              <a:gd name="connsiteY45" fmla="*/ 2125117 h 2414338"/>
              <a:gd name="connsiteX46" fmla="*/ 999112 w 2071555"/>
              <a:gd name="connsiteY46" fmla="*/ 2127791 h 2414338"/>
              <a:gd name="connsiteX47" fmla="*/ 949921 w 2071555"/>
              <a:gd name="connsiteY47" fmla="*/ 2164878 h 2414338"/>
              <a:gd name="connsiteX48" fmla="*/ 892464 w 2071555"/>
              <a:gd name="connsiteY48" fmla="*/ 2208718 h 2414338"/>
              <a:gd name="connsiteX49" fmla="*/ 888816 w 2071555"/>
              <a:gd name="connsiteY49" fmla="*/ 2210948 h 2414338"/>
              <a:gd name="connsiteX50" fmla="*/ 885728 w 2071555"/>
              <a:gd name="connsiteY50" fmla="*/ 2213276 h 2414338"/>
              <a:gd name="connsiteX51" fmla="*/ 825107 w 2071555"/>
              <a:gd name="connsiteY51" fmla="*/ 2249894 h 2414338"/>
              <a:gd name="connsiteX52" fmla="*/ 774306 w 2071555"/>
              <a:gd name="connsiteY52" fmla="*/ 2280949 h 2414338"/>
              <a:gd name="connsiteX53" fmla="*/ 771591 w 2071555"/>
              <a:gd name="connsiteY53" fmla="*/ 2282220 h 2414338"/>
              <a:gd name="connsiteX54" fmla="*/ 767982 w 2071555"/>
              <a:gd name="connsiteY54" fmla="*/ 2284400 h 2414338"/>
              <a:gd name="connsiteX55" fmla="*/ 680390 w 2071555"/>
              <a:gd name="connsiteY55" fmla="*/ 2324911 h 2414338"/>
              <a:gd name="connsiteX56" fmla="*/ 651982 w 2071555"/>
              <a:gd name="connsiteY56" fmla="*/ 2338209 h 2414338"/>
              <a:gd name="connsiteX57" fmla="*/ 650774 w 2071555"/>
              <a:gd name="connsiteY57" fmla="*/ 2338608 h 2414338"/>
              <a:gd name="connsiteX58" fmla="*/ 646435 w 2071555"/>
              <a:gd name="connsiteY58" fmla="*/ 2340615 h 2414338"/>
              <a:gd name="connsiteX59" fmla="*/ 264588 w 2071555"/>
              <a:gd name="connsiteY59" fmla="*/ 2414337 h 2414338"/>
              <a:gd name="connsiteX60" fmla="*/ 259641 w 2071555"/>
              <a:gd name="connsiteY60" fmla="*/ 2413955 h 2414338"/>
              <a:gd name="connsiteX61" fmla="*/ 0 w 2071555"/>
              <a:gd name="connsiteY61" fmla="*/ 2413955 h 2414338"/>
              <a:gd name="connsiteX62" fmla="*/ 0 w 2071555"/>
              <a:gd name="connsiteY62" fmla="*/ 2354642 h 2414338"/>
              <a:gd name="connsiteX63" fmla="*/ 71859 w 2071555"/>
              <a:gd name="connsiteY63" fmla="*/ 2328373 h 2414338"/>
              <a:gd name="connsiteX64" fmla="*/ 174064 w 2071555"/>
              <a:gd name="connsiteY64" fmla="*/ 2278842 h 2414338"/>
              <a:gd name="connsiteX65" fmla="*/ 207110 w 2071555"/>
              <a:gd name="connsiteY65" fmla="*/ 2259128 h 2414338"/>
              <a:gd name="connsiteX66" fmla="*/ 273120 w 2071555"/>
              <a:gd name="connsiteY66" fmla="*/ 2218970 h 2414338"/>
              <a:gd name="connsiteX67" fmla="*/ 311311 w 2071555"/>
              <a:gd name="connsiteY67" fmla="*/ 2191565 h 2414338"/>
              <a:gd name="connsiteX68" fmla="*/ 368764 w 2071555"/>
              <a:gd name="connsiteY68" fmla="*/ 2149143 h 2414338"/>
              <a:gd name="connsiteX69" fmla="*/ 408017 w 2071555"/>
              <a:gd name="connsiteY69" fmla="*/ 2115952 h 2414338"/>
              <a:gd name="connsiteX70" fmla="*/ 460733 w 2071555"/>
              <a:gd name="connsiteY70" fmla="*/ 2069742 h 2414338"/>
              <a:gd name="connsiteX71" fmla="*/ 499603 w 2071555"/>
              <a:gd name="connsiteY71" fmla="*/ 2031558 h 2414338"/>
              <a:gd name="connsiteX72" fmla="*/ 548764 w 2071555"/>
              <a:gd name="connsiteY72" fmla="*/ 1981147 h 2414338"/>
              <a:gd name="connsiteX73" fmla="*/ 586523 w 2071555"/>
              <a:gd name="connsiteY73" fmla="*/ 1938465 h 2414338"/>
              <a:gd name="connsiteX74" fmla="*/ 632596 w 2071555"/>
              <a:gd name="connsiteY74" fmla="*/ 1883730 h 2414338"/>
              <a:gd name="connsiteX75" fmla="*/ 668791 w 2071555"/>
              <a:gd name="connsiteY75" fmla="*/ 1836944 h 2414338"/>
              <a:gd name="connsiteX76" fmla="*/ 711970 w 2071555"/>
              <a:gd name="connsiteY76" fmla="*/ 1777858 h 2414338"/>
              <a:gd name="connsiteX77" fmla="*/ 746269 w 2071555"/>
              <a:gd name="connsiteY77" fmla="*/ 1727326 h 2414338"/>
              <a:gd name="connsiteX78" fmla="*/ 776519 w 2071555"/>
              <a:gd name="connsiteY78" fmla="*/ 1679771 h 2414338"/>
              <a:gd name="connsiteX79" fmla="*/ 891667 w 2071555"/>
              <a:gd name="connsiteY79" fmla="*/ 1473531 h 2414338"/>
              <a:gd name="connsiteX80" fmla="*/ 908064 w 2071555"/>
              <a:gd name="connsiteY80" fmla="*/ 1439373 h 2414338"/>
              <a:gd name="connsiteX81" fmla="*/ 1003625 w 2071555"/>
              <a:gd name="connsiteY81" fmla="*/ 1214778 h 2414338"/>
              <a:gd name="connsiteX82" fmla="*/ 1066956 w 2071555"/>
              <a:gd name="connsiteY82" fmla="*/ 1019005 h 2414338"/>
              <a:gd name="connsiteX83" fmla="*/ 1097896 w 2071555"/>
              <a:gd name="connsiteY83" fmla="*/ 920131 h 2414338"/>
              <a:gd name="connsiteX84" fmla="*/ 1166321 w 2071555"/>
              <a:gd name="connsiteY84" fmla="*/ 603489 h 2414338"/>
              <a:gd name="connsiteX85" fmla="*/ 864577 w 2071555"/>
              <a:gd name="connsiteY85" fmla="*/ 603489 h 241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2071555" h="2414338">
                <a:moveTo>
                  <a:pt x="16366" y="2380174"/>
                </a:moveTo>
                <a:lnTo>
                  <a:pt x="84552" y="2396339"/>
                </a:lnTo>
                <a:lnTo>
                  <a:pt x="106286" y="2401492"/>
                </a:lnTo>
                <a:lnTo>
                  <a:pt x="110624" y="2401832"/>
                </a:lnTo>
                <a:close/>
                <a:moveTo>
                  <a:pt x="1517411" y="0"/>
                </a:moveTo>
                <a:lnTo>
                  <a:pt x="2071555" y="603489"/>
                </a:lnTo>
                <a:lnTo>
                  <a:pt x="1769810" y="603489"/>
                </a:lnTo>
                <a:lnTo>
                  <a:pt x="1769800" y="603539"/>
                </a:lnTo>
                <a:lnTo>
                  <a:pt x="1731503" y="799461"/>
                </a:lnTo>
                <a:lnTo>
                  <a:pt x="1731271" y="800368"/>
                </a:lnTo>
                <a:lnTo>
                  <a:pt x="1730857" y="802483"/>
                </a:lnTo>
                <a:lnTo>
                  <a:pt x="1697711" y="931296"/>
                </a:lnTo>
                <a:lnTo>
                  <a:pt x="1683360" y="987286"/>
                </a:lnTo>
                <a:lnTo>
                  <a:pt x="1683078" y="988161"/>
                </a:lnTo>
                <a:lnTo>
                  <a:pt x="1681939" y="992589"/>
                </a:lnTo>
                <a:lnTo>
                  <a:pt x="1633416" y="1142907"/>
                </a:lnTo>
                <a:lnTo>
                  <a:pt x="1625894" y="1166343"/>
                </a:lnTo>
                <a:lnTo>
                  <a:pt x="1625641" y="1166990"/>
                </a:lnTo>
                <a:lnTo>
                  <a:pt x="1623617" y="1173260"/>
                </a:lnTo>
                <a:lnTo>
                  <a:pt x="1566089" y="1319456"/>
                </a:lnTo>
                <a:lnTo>
                  <a:pt x="1559623" y="1336011"/>
                </a:lnTo>
                <a:lnTo>
                  <a:pt x="1559317" y="1336666"/>
                </a:lnTo>
                <a:lnTo>
                  <a:pt x="1556452" y="1343948"/>
                </a:lnTo>
                <a:lnTo>
                  <a:pt x="1494814" y="1474788"/>
                </a:lnTo>
                <a:lnTo>
                  <a:pt x="1485061" y="1495672"/>
                </a:lnTo>
                <a:lnTo>
                  <a:pt x="1484481" y="1496722"/>
                </a:lnTo>
                <a:lnTo>
                  <a:pt x="1481002" y="1504106"/>
                </a:lnTo>
                <a:lnTo>
                  <a:pt x="1419201" y="1614881"/>
                </a:lnTo>
                <a:lnTo>
                  <a:pt x="1402724" y="1644704"/>
                </a:lnTo>
                <a:lnTo>
                  <a:pt x="1401585" y="1646455"/>
                </a:lnTo>
                <a:lnTo>
                  <a:pt x="1397830" y="1653187"/>
                </a:lnTo>
                <a:lnTo>
                  <a:pt x="1338825" y="1742970"/>
                </a:lnTo>
                <a:lnTo>
                  <a:pt x="1313128" y="1782486"/>
                </a:lnTo>
                <a:lnTo>
                  <a:pt x="1311188" y="1785022"/>
                </a:lnTo>
                <a:lnTo>
                  <a:pt x="1307494" y="1790643"/>
                </a:lnTo>
                <a:lnTo>
                  <a:pt x="1253024" y="1861041"/>
                </a:lnTo>
                <a:lnTo>
                  <a:pt x="1216789" y="1908399"/>
                </a:lnTo>
                <a:lnTo>
                  <a:pt x="1213962" y="1911526"/>
                </a:lnTo>
                <a:lnTo>
                  <a:pt x="1210556" y="1915928"/>
                </a:lnTo>
                <a:lnTo>
                  <a:pt x="1160787" y="1970329"/>
                </a:lnTo>
                <a:lnTo>
                  <a:pt x="1114221" y="2021823"/>
                </a:lnTo>
                <a:lnTo>
                  <a:pt x="1110654" y="2025128"/>
                </a:lnTo>
                <a:lnTo>
                  <a:pt x="1107575" y="2028493"/>
                </a:lnTo>
                <a:lnTo>
                  <a:pt x="1060559" y="2071537"/>
                </a:lnTo>
                <a:lnTo>
                  <a:pt x="1005941" y="2122135"/>
                </a:lnTo>
                <a:lnTo>
                  <a:pt x="1002034" y="2125117"/>
                </a:lnTo>
                <a:lnTo>
                  <a:pt x="999112" y="2127791"/>
                </a:lnTo>
                <a:lnTo>
                  <a:pt x="949921" y="2164878"/>
                </a:lnTo>
                <a:lnTo>
                  <a:pt x="892464" y="2208718"/>
                </a:lnTo>
                <a:lnTo>
                  <a:pt x="888816" y="2210948"/>
                </a:lnTo>
                <a:lnTo>
                  <a:pt x="885728" y="2213276"/>
                </a:lnTo>
                <a:lnTo>
                  <a:pt x="825107" y="2249894"/>
                </a:lnTo>
                <a:lnTo>
                  <a:pt x="774306" y="2280949"/>
                </a:lnTo>
                <a:lnTo>
                  <a:pt x="771591" y="2282220"/>
                </a:lnTo>
                <a:lnTo>
                  <a:pt x="767982" y="2284400"/>
                </a:lnTo>
                <a:lnTo>
                  <a:pt x="680390" y="2324911"/>
                </a:lnTo>
                <a:lnTo>
                  <a:pt x="651982" y="2338209"/>
                </a:lnTo>
                <a:lnTo>
                  <a:pt x="650774" y="2338608"/>
                </a:lnTo>
                <a:lnTo>
                  <a:pt x="646435" y="2340615"/>
                </a:lnTo>
                <a:cubicBezTo>
                  <a:pt x="523173" y="2389194"/>
                  <a:pt x="395051" y="2414589"/>
                  <a:pt x="264588" y="2414337"/>
                </a:cubicBezTo>
                <a:lnTo>
                  <a:pt x="259641" y="2413955"/>
                </a:lnTo>
                <a:lnTo>
                  <a:pt x="0" y="2413955"/>
                </a:lnTo>
                <a:lnTo>
                  <a:pt x="0" y="2354642"/>
                </a:lnTo>
                <a:lnTo>
                  <a:pt x="71859" y="2328373"/>
                </a:lnTo>
                <a:lnTo>
                  <a:pt x="174064" y="2278842"/>
                </a:lnTo>
                <a:lnTo>
                  <a:pt x="207110" y="2259128"/>
                </a:lnTo>
                <a:lnTo>
                  <a:pt x="273120" y="2218970"/>
                </a:lnTo>
                <a:lnTo>
                  <a:pt x="311311" y="2191565"/>
                </a:lnTo>
                <a:lnTo>
                  <a:pt x="368764" y="2149143"/>
                </a:lnTo>
                <a:lnTo>
                  <a:pt x="408017" y="2115952"/>
                </a:lnTo>
                <a:lnTo>
                  <a:pt x="460733" y="2069742"/>
                </a:lnTo>
                <a:lnTo>
                  <a:pt x="499603" y="2031558"/>
                </a:lnTo>
                <a:lnTo>
                  <a:pt x="548764" y="1981147"/>
                </a:lnTo>
                <a:lnTo>
                  <a:pt x="586523" y="1938465"/>
                </a:lnTo>
                <a:lnTo>
                  <a:pt x="632596" y="1883730"/>
                </a:lnTo>
                <a:lnTo>
                  <a:pt x="668791" y="1836944"/>
                </a:lnTo>
                <a:lnTo>
                  <a:pt x="711970" y="1777858"/>
                </a:lnTo>
                <a:lnTo>
                  <a:pt x="746269" y="1727326"/>
                </a:lnTo>
                <a:lnTo>
                  <a:pt x="776519" y="1679771"/>
                </a:lnTo>
                <a:lnTo>
                  <a:pt x="891667" y="1473531"/>
                </a:lnTo>
                <a:lnTo>
                  <a:pt x="908064" y="1439373"/>
                </a:lnTo>
                <a:lnTo>
                  <a:pt x="1003625" y="1214778"/>
                </a:lnTo>
                <a:lnTo>
                  <a:pt x="1066956" y="1019005"/>
                </a:lnTo>
                <a:lnTo>
                  <a:pt x="1097896" y="920131"/>
                </a:lnTo>
                <a:lnTo>
                  <a:pt x="1166321" y="603489"/>
                </a:lnTo>
                <a:lnTo>
                  <a:pt x="864577" y="6034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F2EBF55-295B-E566-D9AF-2E92D3CB922B}"/>
              </a:ext>
            </a:extLst>
          </p:cNvPr>
          <p:cNvSpPr txBox="1"/>
          <p:nvPr/>
        </p:nvSpPr>
        <p:spPr>
          <a:xfrm>
            <a:off x="4137322" y="3783955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-</a:t>
            </a:r>
            <a:endParaRPr kumimoji="1" lang="ja-JP" altLang="en-US" sz="2800">
              <a:solidFill>
                <a:srgbClr val="FF0000"/>
              </a:solidFill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FCDF368-0A4D-7DCD-AAEE-0E19C38B03CB}"/>
              </a:ext>
            </a:extLst>
          </p:cNvPr>
          <p:cNvSpPr txBox="1"/>
          <p:nvPr/>
        </p:nvSpPr>
        <p:spPr>
          <a:xfrm>
            <a:off x="75625" y="1732931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rgbClr val="0070C0"/>
                </a:solidFill>
              </a:rPr>
              <a:t>+</a:t>
            </a:r>
            <a:endParaRPr kumimoji="1" lang="ja-JP" altLang="en-US" sz="2800" b="1">
              <a:solidFill>
                <a:srgbClr val="0070C0"/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0BDE75F-804E-69B3-82A2-AFB6364BDED4}"/>
              </a:ext>
            </a:extLst>
          </p:cNvPr>
          <p:cNvSpPr txBox="1"/>
          <p:nvPr/>
        </p:nvSpPr>
        <p:spPr>
          <a:xfrm>
            <a:off x="2251032" y="1730196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+</a:t>
            </a:r>
            <a:endParaRPr kumimoji="1" lang="ja-JP" altLang="en-US" sz="280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EEBC3707-5CFA-29C1-4904-5F84090FB4B5}"/>
              </a:ext>
            </a:extLst>
          </p:cNvPr>
          <p:cNvSpPr txBox="1"/>
          <p:nvPr/>
        </p:nvSpPr>
        <p:spPr>
          <a:xfrm>
            <a:off x="2251032" y="4460095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-</a:t>
            </a:r>
            <a:endParaRPr kumimoji="1" lang="ja-JP" altLang="en-US" sz="2800">
              <a:solidFill>
                <a:srgbClr val="FF0000"/>
              </a:solidFill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9B80D7C8-6740-AB0B-D337-7DE071F2E0FC}"/>
              </a:ext>
            </a:extLst>
          </p:cNvPr>
          <p:cNvGrpSpPr/>
          <p:nvPr/>
        </p:nvGrpSpPr>
        <p:grpSpPr>
          <a:xfrm>
            <a:off x="8116591" y="1916183"/>
            <a:ext cx="617335" cy="1038643"/>
            <a:chOff x="2110154" y="2025828"/>
            <a:chExt cx="1855177" cy="3121269"/>
          </a:xfrm>
          <a:scene3d>
            <a:camera prst="isometricOffAxis1Right"/>
            <a:lightRig rig="threePt" dir="t"/>
          </a:scene3d>
        </p:grpSpPr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15BDFB37-4977-9055-C686-1710AF8B97C0}"/>
                </a:ext>
              </a:extLst>
            </p:cNvPr>
            <p:cNvSpPr/>
            <p:nvPr/>
          </p:nvSpPr>
          <p:spPr>
            <a:xfrm>
              <a:off x="2110154" y="2025828"/>
              <a:ext cx="1855177" cy="312126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E844C88D-AC61-ABA6-D710-CE1C98B7EE4E}"/>
                </a:ext>
              </a:extLst>
            </p:cNvPr>
            <p:cNvSpPr/>
            <p:nvPr/>
          </p:nvSpPr>
          <p:spPr>
            <a:xfrm>
              <a:off x="2211265" y="2126939"/>
              <a:ext cx="1652954" cy="2919047"/>
            </a:xfrm>
            <a:prstGeom prst="roundRect">
              <a:avLst>
                <a:gd name="adj" fmla="val 16052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9B758A71-0F84-DDC1-4B13-BB4495F407C2}"/>
                </a:ext>
              </a:extLst>
            </p:cNvPr>
            <p:cNvSpPr/>
            <p:nvPr/>
          </p:nvSpPr>
          <p:spPr>
            <a:xfrm>
              <a:off x="2637779" y="2212210"/>
              <a:ext cx="796301" cy="14490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C6DF62E4-F37B-D37A-8E09-8FD57A5FD066}"/>
              </a:ext>
            </a:extLst>
          </p:cNvPr>
          <p:cNvGrpSpPr/>
          <p:nvPr/>
        </p:nvGrpSpPr>
        <p:grpSpPr>
          <a:xfrm>
            <a:off x="9982888" y="1916183"/>
            <a:ext cx="617335" cy="1038643"/>
            <a:chOff x="2110154" y="2025828"/>
            <a:chExt cx="1855177" cy="3121269"/>
          </a:xfrm>
          <a:scene3d>
            <a:camera prst="orthographicFront">
              <a:rot lat="0" lon="21599991" rev="5400000"/>
            </a:camera>
            <a:lightRig rig="threePt" dir="t"/>
          </a:scene3d>
        </p:grpSpPr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555771AD-1FFE-B914-8453-9DF207F88304}"/>
                </a:ext>
              </a:extLst>
            </p:cNvPr>
            <p:cNvSpPr/>
            <p:nvPr/>
          </p:nvSpPr>
          <p:spPr>
            <a:xfrm>
              <a:off x="2110154" y="2025828"/>
              <a:ext cx="1855177" cy="312126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1452EDEA-F574-0714-9CEB-A2AD2C3580B4}"/>
                </a:ext>
              </a:extLst>
            </p:cNvPr>
            <p:cNvSpPr/>
            <p:nvPr/>
          </p:nvSpPr>
          <p:spPr>
            <a:xfrm>
              <a:off x="2211265" y="2126939"/>
              <a:ext cx="1652954" cy="2919047"/>
            </a:xfrm>
            <a:prstGeom prst="roundRect">
              <a:avLst>
                <a:gd name="adj" fmla="val 16052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A25649B-9EFA-5186-51AB-E76D1BDDA4CE}"/>
                </a:ext>
              </a:extLst>
            </p:cNvPr>
            <p:cNvSpPr/>
            <p:nvPr/>
          </p:nvSpPr>
          <p:spPr>
            <a:xfrm>
              <a:off x="2637779" y="2212210"/>
              <a:ext cx="796301" cy="14490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146FF8A9-9303-A0F2-413F-6D988A8889FD}"/>
              </a:ext>
            </a:extLst>
          </p:cNvPr>
          <p:cNvGrpSpPr/>
          <p:nvPr/>
        </p:nvGrpSpPr>
        <p:grpSpPr>
          <a:xfrm>
            <a:off x="5694712" y="1916183"/>
            <a:ext cx="617335" cy="1038643"/>
            <a:chOff x="2110154" y="2025828"/>
            <a:chExt cx="1855177" cy="3121269"/>
          </a:xfrm>
          <a:scene3d>
            <a:camera prst="isometricTopUp">
              <a:rot lat="18951832" lon="17040113" rev="4808936"/>
            </a:camera>
            <a:lightRig rig="threePt" dir="t"/>
          </a:scene3d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C52B5782-579B-AF69-C124-5652F2C2D328}"/>
                </a:ext>
              </a:extLst>
            </p:cNvPr>
            <p:cNvSpPr/>
            <p:nvPr/>
          </p:nvSpPr>
          <p:spPr>
            <a:xfrm>
              <a:off x="2110154" y="2025828"/>
              <a:ext cx="1855177" cy="312126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53D35346-04D3-156C-1E1B-F70219C65890}"/>
                </a:ext>
              </a:extLst>
            </p:cNvPr>
            <p:cNvSpPr/>
            <p:nvPr/>
          </p:nvSpPr>
          <p:spPr>
            <a:xfrm>
              <a:off x="2211265" y="2126939"/>
              <a:ext cx="1652954" cy="2919047"/>
            </a:xfrm>
            <a:prstGeom prst="roundRect">
              <a:avLst>
                <a:gd name="adj" fmla="val 16052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640D578B-E28F-7321-3AF1-DE72D0EE54F8}"/>
                </a:ext>
              </a:extLst>
            </p:cNvPr>
            <p:cNvSpPr/>
            <p:nvPr/>
          </p:nvSpPr>
          <p:spPr>
            <a:xfrm>
              <a:off x="2637779" y="2212210"/>
              <a:ext cx="796301" cy="14490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7D904896-D5EA-9C6A-6B18-A166437B85F8}"/>
              </a:ext>
            </a:extLst>
          </p:cNvPr>
          <p:cNvGrpSpPr/>
          <p:nvPr/>
        </p:nvGrpSpPr>
        <p:grpSpPr>
          <a:xfrm flipV="1">
            <a:off x="8980294" y="1916183"/>
            <a:ext cx="617335" cy="1038643"/>
            <a:chOff x="2110154" y="2025828"/>
            <a:chExt cx="1855177" cy="3121269"/>
          </a:xfrm>
          <a:scene3d>
            <a:camera prst="isometricOffAxis1Right"/>
            <a:lightRig rig="threePt" dir="t"/>
          </a:scene3d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173840E4-FFB0-DF62-4AE2-8CA17D9EEFB6}"/>
                </a:ext>
              </a:extLst>
            </p:cNvPr>
            <p:cNvSpPr/>
            <p:nvPr/>
          </p:nvSpPr>
          <p:spPr>
            <a:xfrm>
              <a:off x="2110154" y="2025828"/>
              <a:ext cx="1855177" cy="312126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四角形: 角を丸くする 27">
              <a:extLst>
                <a:ext uri="{FF2B5EF4-FFF2-40B4-BE49-F238E27FC236}">
                  <a16:creationId xmlns:a16="http://schemas.microsoft.com/office/drawing/2014/main" id="{F985AC94-1EBA-6089-8283-6990287FAD68}"/>
                </a:ext>
              </a:extLst>
            </p:cNvPr>
            <p:cNvSpPr/>
            <p:nvPr/>
          </p:nvSpPr>
          <p:spPr>
            <a:xfrm>
              <a:off x="2211265" y="2126939"/>
              <a:ext cx="1652954" cy="2919047"/>
            </a:xfrm>
            <a:prstGeom prst="roundRect">
              <a:avLst>
                <a:gd name="adj" fmla="val 16052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F8CDEB94-AF72-4D7B-5E5B-4F12B8F3B575}"/>
                </a:ext>
              </a:extLst>
            </p:cNvPr>
            <p:cNvSpPr/>
            <p:nvPr/>
          </p:nvSpPr>
          <p:spPr>
            <a:xfrm>
              <a:off x="2637779" y="2212210"/>
              <a:ext cx="796301" cy="14490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A30E7FC7-FB46-E70C-46B0-6BFF6CC04325}"/>
              </a:ext>
            </a:extLst>
          </p:cNvPr>
          <p:cNvGrpSpPr/>
          <p:nvPr/>
        </p:nvGrpSpPr>
        <p:grpSpPr>
          <a:xfrm flipV="1">
            <a:off x="11170681" y="1916183"/>
            <a:ext cx="617335" cy="1038643"/>
            <a:chOff x="2110154" y="2025828"/>
            <a:chExt cx="1855177" cy="3121269"/>
          </a:xfrm>
          <a:scene3d>
            <a:camera prst="orthographicFront">
              <a:rot lat="0" lon="21599991" rev="5400000"/>
            </a:camera>
            <a:lightRig rig="threePt" dir="t"/>
          </a:scene3d>
        </p:grpSpPr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28143813-A3E7-FF19-0635-8563D5B6AF62}"/>
                </a:ext>
              </a:extLst>
            </p:cNvPr>
            <p:cNvSpPr/>
            <p:nvPr/>
          </p:nvSpPr>
          <p:spPr>
            <a:xfrm>
              <a:off x="2110154" y="2025828"/>
              <a:ext cx="1855177" cy="312126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四角形: 角を丸くする 31">
              <a:extLst>
                <a:ext uri="{FF2B5EF4-FFF2-40B4-BE49-F238E27FC236}">
                  <a16:creationId xmlns:a16="http://schemas.microsoft.com/office/drawing/2014/main" id="{8D36407F-5251-0C3D-E0EE-85DF5BCDD406}"/>
                </a:ext>
              </a:extLst>
            </p:cNvPr>
            <p:cNvSpPr/>
            <p:nvPr/>
          </p:nvSpPr>
          <p:spPr>
            <a:xfrm>
              <a:off x="2211265" y="2126939"/>
              <a:ext cx="1652954" cy="2919047"/>
            </a:xfrm>
            <a:prstGeom prst="roundRect">
              <a:avLst>
                <a:gd name="adj" fmla="val 16052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四角形: 角を丸くする 32">
              <a:extLst>
                <a:ext uri="{FF2B5EF4-FFF2-40B4-BE49-F238E27FC236}">
                  <a16:creationId xmlns:a16="http://schemas.microsoft.com/office/drawing/2014/main" id="{32D056C2-1CD7-DF64-C617-9FB6429FB18E}"/>
                </a:ext>
              </a:extLst>
            </p:cNvPr>
            <p:cNvSpPr/>
            <p:nvPr/>
          </p:nvSpPr>
          <p:spPr>
            <a:xfrm>
              <a:off x="2637779" y="2212210"/>
              <a:ext cx="796301" cy="14490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597D1343-707D-6E73-087B-D0DE632EB2DC}"/>
              </a:ext>
            </a:extLst>
          </p:cNvPr>
          <p:cNvSpPr/>
          <p:nvPr/>
        </p:nvSpPr>
        <p:spPr>
          <a:xfrm>
            <a:off x="6951956" y="1916183"/>
            <a:ext cx="617335" cy="103864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isometricTopUp">
              <a:rot lat="18951832" lon="17040113" rev="4808936"/>
            </a:camera>
            <a:lightRig rig="threePt" dir="t"/>
          </a:scene3d>
          <a:sp3d extrusionH="133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578B396-9093-503D-2FF2-E6DF27C1247B}"/>
              </a:ext>
            </a:extLst>
          </p:cNvPr>
          <p:cNvSpPr txBox="1"/>
          <p:nvPr/>
        </p:nvSpPr>
        <p:spPr>
          <a:xfrm>
            <a:off x="4859968" y="2767522"/>
            <a:ext cx="526342" cy="22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kumimoji="1" lang="en-US" altLang="ja-JP" sz="2000" dirty="0"/>
              <a:t>X</a:t>
            </a:r>
          </a:p>
          <a:p>
            <a:pPr>
              <a:lnSpc>
                <a:spcPct val="250000"/>
              </a:lnSpc>
            </a:pPr>
            <a:r>
              <a:rPr kumimoji="1" lang="en-US" altLang="ja-JP" sz="2000" dirty="0"/>
              <a:t>Y</a:t>
            </a:r>
          </a:p>
          <a:p>
            <a:pPr>
              <a:lnSpc>
                <a:spcPct val="250000"/>
              </a:lnSpc>
            </a:pPr>
            <a:r>
              <a:rPr kumimoji="1" lang="en-US" altLang="ja-JP" sz="2000" dirty="0"/>
              <a:t>z</a:t>
            </a:r>
            <a:endParaRPr kumimoji="1" lang="ja-JP" altLang="en-US" sz="200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840DF70-8716-B78A-7A4F-CDEC29647C11}"/>
              </a:ext>
            </a:extLst>
          </p:cNvPr>
          <p:cNvSpPr txBox="1"/>
          <p:nvPr/>
        </p:nvSpPr>
        <p:spPr>
          <a:xfrm>
            <a:off x="5457590" y="2767522"/>
            <a:ext cx="1085731" cy="22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>
                <a:solidFill>
                  <a:srgbClr val="0070C0"/>
                </a:solidFill>
              </a:rPr>
              <a:t>9.81</a:t>
            </a:r>
            <a:endParaRPr kumimoji="1" lang="ja-JP" altLang="en-US" sz="2000">
              <a:solidFill>
                <a:srgbClr val="0070C0"/>
              </a:solidFill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4D7E8BF0-8F82-F135-1E8C-6F278A7C6AA4}"/>
              </a:ext>
            </a:extLst>
          </p:cNvPr>
          <p:cNvSpPr txBox="1"/>
          <p:nvPr/>
        </p:nvSpPr>
        <p:spPr>
          <a:xfrm>
            <a:off x="6717651" y="2767522"/>
            <a:ext cx="1085731" cy="22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>
                <a:solidFill>
                  <a:srgbClr val="FF0000"/>
                </a:solidFill>
              </a:rPr>
              <a:t>-9.81</a:t>
            </a:r>
            <a:endParaRPr kumimoji="1" lang="ja-JP" altLang="en-US" sz="2000">
              <a:solidFill>
                <a:srgbClr val="FF0000"/>
              </a:solidFill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6A50FCB-2985-4D07-E384-BCE7930851FF}"/>
              </a:ext>
            </a:extLst>
          </p:cNvPr>
          <p:cNvSpPr txBox="1"/>
          <p:nvPr/>
        </p:nvSpPr>
        <p:spPr>
          <a:xfrm>
            <a:off x="7751428" y="2767522"/>
            <a:ext cx="1085731" cy="22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>
                <a:solidFill>
                  <a:srgbClr val="0070C0"/>
                </a:solidFill>
              </a:rPr>
              <a:t>9.81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  <a:endParaRPr kumimoji="1" lang="ja-JP" altLang="en-US" sz="200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3CC9E7F-6DBF-3D68-A156-E70E739FFD75}"/>
              </a:ext>
            </a:extLst>
          </p:cNvPr>
          <p:cNvSpPr txBox="1"/>
          <p:nvPr/>
        </p:nvSpPr>
        <p:spPr>
          <a:xfrm>
            <a:off x="8744564" y="2767522"/>
            <a:ext cx="1085731" cy="22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>
                <a:solidFill>
                  <a:srgbClr val="FF0000"/>
                </a:solidFill>
              </a:rPr>
              <a:t>-9.81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  <a:endParaRPr kumimoji="1" lang="ja-JP" altLang="en-US" sz="200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89610B7C-11A5-FC05-2F60-C18AB4E3186E}"/>
              </a:ext>
            </a:extLst>
          </p:cNvPr>
          <p:cNvSpPr txBox="1"/>
          <p:nvPr/>
        </p:nvSpPr>
        <p:spPr>
          <a:xfrm>
            <a:off x="9742741" y="2767522"/>
            <a:ext cx="1085731" cy="22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kumimoji="1" lang="en-US" altLang="ja-JP" sz="2000" dirty="0">
                <a:solidFill>
                  <a:srgbClr val="0070C0"/>
                </a:solidFill>
              </a:rPr>
              <a:t>9.81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  <a:endParaRPr kumimoji="1" lang="ja-JP" altLang="en-US" sz="200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5F60D173-983C-008F-63FA-8A652F7A7A9F}"/>
              </a:ext>
            </a:extLst>
          </p:cNvPr>
          <p:cNvSpPr txBox="1"/>
          <p:nvPr/>
        </p:nvSpPr>
        <p:spPr>
          <a:xfrm>
            <a:off x="10935879" y="2767522"/>
            <a:ext cx="1085731" cy="22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kumimoji="1" lang="en-US" altLang="ja-JP" sz="2000" dirty="0">
                <a:solidFill>
                  <a:srgbClr val="FF0000"/>
                </a:solidFill>
              </a:rPr>
              <a:t>-9.81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</a:p>
          <a:p>
            <a:pPr algn="ctr">
              <a:lnSpc>
                <a:spcPct val="250000"/>
              </a:lnSpc>
            </a:pPr>
            <a:r>
              <a:rPr kumimoji="1" lang="en-US" altLang="ja-JP" sz="2000" dirty="0"/>
              <a:t>0</a:t>
            </a:r>
            <a:endParaRPr kumimoji="1" lang="ja-JP" altLang="en-US" sz="200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B54E22A-178D-04B1-0220-D3C742BA4CFE}"/>
              </a:ext>
            </a:extLst>
          </p:cNvPr>
          <p:cNvSpPr txBox="1"/>
          <p:nvPr/>
        </p:nvSpPr>
        <p:spPr>
          <a:xfrm>
            <a:off x="371815" y="5476876"/>
            <a:ext cx="11257280" cy="60889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buNone/>
            </a:pPr>
            <a:r>
              <a:rPr lang="en-US" altLang="ja-JP" sz="3600" b="0" dirty="0" err="1">
                <a:solidFill>
                  <a:srgbClr val="007C85"/>
                </a:solidFill>
                <a:effectLst/>
                <a:highlight>
                  <a:srgbClr val="C0C0C0"/>
                </a:highlight>
                <a:latin typeface="Menlo"/>
              </a:rPr>
              <a:t>Acceleration</a:t>
            </a:r>
            <a:r>
              <a:rPr lang="en-US" altLang="ja-JP" sz="3600" b="0" dirty="0" err="1">
                <a:solidFill>
                  <a:srgbClr val="000000"/>
                </a:solidFill>
                <a:effectLst/>
                <a:highlight>
                  <a:srgbClr val="C0C0C0"/>
                </a:highlight>
                <a:latin typeface="Menlo"/>
              </a:rPr>
              <a:t>.</a:t>
            </a:r>
            <a:r>
              <a:rPr lang="en-US" altLang="ja-JP" sz="3600" b="0" dirty="0" err="1">
                <a:solidFill>
                  <a:srgbClr val="36383F"/>
                </a:solidFill>
                <a:effectLst/>
                <a:highlight>
                  <a:srgbClr val="C0C0C0"/>
                </a:highlight>
                <a:latin typeface="Menlo"/>
              </a:rPr>
              <a:t>X</a:t>
            </a:r>
            <a:r>
              <a:rPr lang="ja-JP" altLang="en-US" sz="3600" b="0" dirty="0">
                <a:solidFill>
                  <a:srgbClr val="36383F"/>
                </a:solidFill>
                <a:effectLst/>
                <a:latin typeface="Menlo"/>
              </a:rPr>
              <a:t> とか書くだけで加速度数値化 ⇒ 姿勢検知 </a:t>
            </a:r>
            <a:endParaRPr lang="en-US" altLang="ja-JP" sz="3600" b="0" dirty="0">
              <a:solidFill>
                <a:srgbClr val="000000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48194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C2C18C-0261-1A4A-B2AA-8AFA54F8F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正負がややこしい・・・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0A9D07C-E9CA-B330-7198-D9F29A321F4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ED6B49-7202-039A-D5AD-9ED362660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86115901-6876-C6AE-D3FA-0D921E843CA8}"/>
              </a:ext>
            </a:extLst>
          </p:cNvPr>
          <p:cNvGrpSpPr/>
          <p:nvPr/>
        </p:nvGrpSpPr>
        <p:grpSpPr>
          <a:xfrm>
            <a:off x="7129451" y="348936"/>
            <a:ext cx="2748594" cy="4624412"/>
            <a:chOff x="2110154" y="2025828"/>
            <a:chExt cx="1855177" cy="3121269"/>
          </a:xfrm>
          <a:scene3d>
            <a:camera prst="isometricTopUp"/>
            <a:lightRig rig="threePt" dir="t"/>
          </a:scene3d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9BC90728-238F-5037-DE8C-41B1EC09E46B}"/>
                </a:ext>
              </a:extLst>
            </p:cNvPr>
            <p:cNvSpPr/>
            <p:nvPr/>
          </p:nvSpPr>
          <p:spPr>
            <a:xfrm>
              <a:off x="2110154" y="2025828"/>
              <a:ext cx="1855177" cy="312126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D32973F9-0270-A44A-4E69-3A96CDBBE2EC}"/>
                </a:ext>
              </a:extLst>
            </p:cNvPr>
            <p:cNvSpPr/>
            <p:nvPr/>
          </p:nvSpPr>
          <p:spPr>
            <a:xfrm>
              <a:off x="2211265" y="2126939"/>
              <a:ext cx="1652954" cy="2919047"/>
            </a:xfrm>
            <a:prstGeom prst="roundRect">
              <a:avLst>
                <a:gd name="adj" fmla="val 16052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1E2EC43C-6FE6-ADE9-730B-A8BE44F598AD}"/>
                </a:ext>
              </a:extLst>
            </p:cNvPr>
            <p:cNvSpPr/>
            <p:nvPr/>
          </p:nvSpPr>
          <p:spPr>
            <a:xfrm>
              <a:off x="2637779" y="2212210"/>
              <a:ext cx="796301" cy="14490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0" name="図 9" descr="部屋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F183F15-5F92-A944-83C7-D4E3C2D47A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6768" y="1989698"/>
            <a:ext cx="952583" cy="952583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D9EE2E6-925E-3CE4-F1F9-161DD84A7D3B}"/>
              </a:ext>
            </a:extLst>
          </p:cNvPr>
          <p:cNvCxnSpPr>
            <a:cxnSpLocks/>
          </p:cNvCxnSpPr>
          <p:nvPr/>
        </p:nvCxnSpPr>
        <p:spPr>
          <a:xfrm flipV="1">
            <a:off x="6756080" y="1812125"/>
            <a:ext cx="1119988" cy="66424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875A3A7-5BD2-7F2C-C8E9-367C06139D15}"/>
              </a:ext>
            </a:extLst>
          </p:cNvPr>
          <p:cNvCxnSpPr>
            <a:cxnSpLocks/>
          </p:cNvCxnSpPr>
          <p:nvPr/>
        </p:nvCxnSpPr>
        <p:spPr>
          <a:xfrm>
            <a:off x="6765215" y="2472383"/>
            <a:ext cx="2024985" cy="1143727"/>
          </a:xfrm>
          <a:prstGeom prst="straightConnector1">
            <a:avLst/>
          </a:prstGeom>
          <a:ln w="57150">
            <a:solidFill>
              <a:srgbClr val="0070C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37CCB0A-749C-95C6-ECC9-2BB15F6953D3}"/>
              </a:ext>
            </a:extLst>
          </p:cNvPr>
          <p:cNvSpPr txBox="1"/>
          <p:nvPr/>
        </p:nvSpPr>
        <p:spPr>
          <a:xfrm>
            <a:off x="7901476" y="1733637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rgbClr val="0070C0"/>
                </a:solidFill>
              </a:rPr>
              <a:t>+</a:t>
            </a:r>
            <a:endParaRPr kumimoji="1" lang="ja-JP" altLang="en-US" sz="2800" b="1">
              <a:solidFill>
                <a:srgbClr val="0070C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2FD18FA-7882-CD42-604E-C436EBA8CCB7}"/>
              </a:ext>
            </a:extLst>
          </p:cNvPr>
          <p:cNvSpPr txBox="1"/>
          <p:nvPr/>
        </p:nvSpPr>
        <p:spPr>
          <a:xfrm>
            <a:off x="8931482" y="3097463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rgbClr val="0070C0"/>
                </a:solidFill>
              </a:rPr>
              <a:t>+</a:t>
            </a:r>
            <a:endParaRPr kumimoji="1" lang="ja-JP" altLang="en-US" sz="2800" b="1">
              <a:solidFill>
                <a:srgbClr val="0070C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0007C24-40D2-EBCC-DAE0-1241ECF53915}"/>
              </a:ext>
            </a:extLst>
          </p:cNvPr>
          <p:cNvSpPr txBox="1"/>
          <p:nvPr/>
        </p:nvSpPr>
        <p:spPr>
          <a:xfrm>
            <a:off x="7832273" y="1402244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x</a:t>
            </a:r>
            <a:endParaRPr kumimoji="1" lang="ja-JP" altLang="en-US" sz="24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26D1A19-7137-A896-D802-C02705C52AC7}"/>
              </a:ext>
            </a:extLst>
          </p:cNvPr>
          <p:cNvSpPr txBox="1"/>
          <p:nvPr/>
        </p:nvSpPr>
        <p:spPr>
          <a:xfrm>
            <a:off x="8799335" y="3396458"/>
            <a:ext cx="17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y</a:t>
            </a:r>
            <a:endParaRPr kumimoji="1" lang="ja-JP" altLang="en-US" sz="240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8D90D4D-88EB-F105-EE5C-AE6B03DFC071}"/>
              </a:ext>
            </a:extLst>
          </p:cNvPr>
          <p:cNvCxnSpPr/>
          <p:nvPr/>
        </p:nvCxnSpPr>
        <p:spPr>
          <a:xfrm flipV="1">
            <a:off x="2651031" y="2793586"/>
            <a:ext cx="0" cy="13335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3866B824-807B-1652-2865-D8ABC17751AB}"/>
              </a:ext>
            </a:extLst>
          </p:cNvPr>
          <p:cNvGrpSpPr/>
          <p:nvPr/>
        </p:nvGrpSpPr>
        <p:grpSpPr>
          <a:xfrm>
            <a:off x="1811857" y="1390414"/>
            <a:ext cx="1855177" cy="3121269"/>
            <a:chOff x="2110154" y="2025828"/>
            <a:chExt cx="1855177" cy="3121269"/>
          </a:xfrm>
          <a:scene3d>
            <a:camera prst="isometricTopUp"/>
            <a:lightRig rig="threePt" dir="t"/>
          </a:scene3d>
        </p:grpSpPr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2C23D696-C77C-ED8B-62F7-F321A8E3787D}"/>
                </a:ext>
              </a:extLst>
            </p:cNvPr>
            <p:cNvSpPr/>
            <p:nvPr/>
          </p:nvSpPr>
          <p:spPr>
            <a:xfrm>
              <a:off x="2110154" y="2025828"/>
              <a:ext cx="1855177" cy="312126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D9FB31CB-3B67-BB5F-ABBD-2F2E9FE4D42B}"/>
                </a:ext>
              </a:extLst>
            </p:cNvPr>
            <p:cNvSpPr/>
            <p:nvPr/>
          </p:nvSpPr>
          <p:spPr>
            <a:xfrm>
              <a:off x="2211265" y="2126939"/>
              <a:ext cx="1652954" cy="2919047"/>
            </a:xfrm>
            <a:prstGeom prst="roundRect">
              <a:avLst>
                <a:gd name="adj" fmla="val 16052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4ECD865E-B4E1-BFDC-0842-3B0EFD498091}"/>
                </a:ext>
              </a:extLst>
            </p:cNvPr>
            <p:cNvSpPr/>
            <p:nvPr/>
          </p:nvSpPr>
          <p:spPr>
            <a:xfrm>
              <a:off x="2637779" y="2212210"/>
              <a:ext cx="796301" cy="14490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  <a:sp3d extrusionH="133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29F95C0-9CD2-184E-3E76-7E99B5700B7A}"/>
              </a:ext>
            </a:extLst>
          </p:cNvPr>
          <p:cNvCxnSpPr/>
          <p:nvPr/>
        </p:nvCxnSpPr>
        <p:spPr>
          <a:xfrm flipV="1">
            <a:off x="1495334" y="2112136"/>
            <a:ext cx="2390525" cy="14859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DC2D8933-5C4B-0789-9CFF-3D18F1AB8234}"/>
              </a:ext>
            </a:extLst>
          </p:cNvPr>
          <p:cNvCxnSpPr/>
          <p:nvPr/>
        </p:nvCxnSpPr>
        <p:spPr>
          <a:xfrm flipH="1" flipV="1">
            <a:off x="1263803" y="2010536"/>
            <a:ext cx="2774456" cy="17071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C3D396EB-9F36-717B-40EB-AACD2C70ADA1}"/>
              </a:ext>
            </a:extLst>
          </p:cNvPr>
          <p:cNvCxnSpPr/>
          <p:nvPr/>
        </p:nvCxnSpPr>
        <p:spPr>
          <a:xfrm flipV="1">
            <a:off x="2651031" y="1285286"/>
            <a:ext cx="0" cy="1578826"/>
          </a:xfrm>
          <a:prstGeom prst="straightConnector1">
            <a:avLst/>
          </a:prstGeom>
          <a:ln w="5715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67D978AD-EEFB-550D-F91E-B11D82F3C6CA}"/>
              </a:ext>
            </a:extLst>
          </p:cNvPr>
          <p:cNvSpPr/>
          <p:nvPr/>
        </p:nvSpPr>
        <p:spPr>
          <a:xfrm rot="19362875">
            <a:off x="3652069" y="1674996"/>
            <a:ext cx="662977" cy="772680"/>
          </a:xfrm>
          <a:custGeom>
            <a:avLst/>
            <a:gdLst>
              <a:gd name="connsiteX0" fmla="*/ 16366 w 2071555"/>
              <a:gd name="connsiteY0" fmla="*/ 2380174 h 2414338"/>
              <a:gd name="connsiteX1" fmla="*/ 84552 w 2071555"/>
              <a:gd name="connsiteY1" fmla="*/ 2396339 h 2414338"/>
              <a:gd name="connsiteX2" fmla="*/ 106286 w 2071555"/>
              <a:gd name="connsiteY2" fmla="*/ 2401492 h 2414338"/>
              <a:gd name="connsiteX3" fmla="*/ 110624 w 2071555"/>
              <a:gd name="connsiteY3" fmla="*/ 2401832 h 2414338"/>
              <a:gd name="connsiteX4" fmla="*/ 1517411 w 2071555"/>
              <a:gd name="connsiteY4" fmla="*/ 0 h 2414338"/>
              <a:gd name="connsiteX5" fmla="*/ 2071555 w 2071555"/>
              <a:gd name="connsiteY5" fmla="*/ 603489 h 2414338"/>
              <a:gd name="connsiteX6" fmla="*/ 1769810 w 2071555"/>
              <a:gd name="connsiteY6" fmla="*/ 603489 h 2414338"/>
              <a:gd name="connsiteX7" fmla="*/ 1769800 w 2071555"/>
              <a:gd name="connsiteY7" fmla="*/ 603539 h 2414338"/>
              <a:gd name="connsiteX8" fmla="*/ 1731503 w 2071555"/>
              <a:gd name="connsiteY8" fmla="*/ 799461 h 2414338"/>
              <a:gd name="connsiteX9" fmla="*/ 1731271 w 2071555"/>
              <a:gd name="connsiteY9" fmla="*/ 800368 h 2414338"/>
              <a:gd name="connsiteX10" fmla="*/ 1730857 w 2071555"/>
              <a:gd name="connsiteY10" fmla="*/ 802483 h 2414338"/>
              <a:gd name="connsiteX11" fmla="*/ 1697711 w 2071555"/>
              <a:gd name="connsiteY11" fmla="*/ 931296 h 2414338"/>
              <a:gd name="connsiteX12" fmla="*/ 1683360 w 2071555"/>
              <a:gd name="connsiteY12" fmla="*/ 987286 h 2414338"/>
              <a:gd name="connsiteX13" fmla="*/ 1683078 w 2071555"/>
              <a:gd name="connsiteY13" fmla="*/ 988161 h 2414338"/>
              <a:gd name="connsiteX14" fmla="*/ 1681939 w 2071555"/>
              <a:gd name="connsiteY14" fmla="*/ 992589 h 2414338"/>
              <a:gd name="connsiteX15" fmla="*/ 1633416 w 2071555"/>
              <a:gd name="connsiteY15" fmla="*/ 1142907 h 2414338"/>
              <a:gd name="connsiteX16" fmla="*/ 1625894 w 2071555"/>
              <a:gd name="connsiteY16" fmla="*/ 1166343 h 2414338"/>
              <a:gd name="connsiteX17" fmla="*/ 1625641 w 2071555"/>
              <a:gd name="connsiteY17" fmla="*/ 1166990 h 2414338"/>
              <a:gd name="connsiteX18" fmla="*/ 1623617 w 2071555"/>
              <a:gd name="connsiteY18" fmla="*/ 1173260 h 2414338"/>
              <a:gd name="connsiteX19" fmla="*/ 1566089 w 2071555"/>
              <a:gd name="connsiteY19" fmla="*/ 1319456 h 2414338"/>
              <a:gd name="connsiteX20" fmla="*/ 1559623 w 2071555"/>
              <a:gd name="connsiteY20" fmla="*/ 1336011 h 2414338"/>
              <a:gd name="connsiteX21" fmla="*/ 1559317 w 2071555"/>
              <a:gd name="connsiteY21" fmla="*/ 1336666 h 2414338"/>
              <a:gd name="connsiteX22" fmla="*/ 1556452 w 2071555"/>
              <a:gd name="connsiteY22" fmla="*/ 1343948 h 2414338"/>
              <a:gd name="connsiteX23" fmla="*/ 1494814 w 2071555"/>
              <a:gd name="connsiteY23" fmla="*/ 1474788 h 2414338"/>
              <a:gd name="connsiteX24" fmla="*/ 1485061 w 2071555"/>
              <a:gd name="connsiteY24" fmla="*/ 1495672 h 2414338"/>
              <a:gd name="connsiteX25" fmla="*/ 1484481 w 2071555"/>
              <a:gd name="connsiteY25" fmla="*/ 1496722 h 2414338"/>
              <a:gd name="connsiteX26" fmla="*/ 1481002 w 2071555"/>
              <a:gd name="connsiteY26" fmla="*/ 1504106 h 2414338"/>
              <a:gd name="connsiteX27" fmla="*/ 1419201 w 2071555"/>
              <a:gd name="connsiteY27" fmla="*/ 1614881 h 2414338"/>
              <a:gd name="connsiteX28" fmla="*/ 1402724 w 2071555"/>
              <a:gd name="connsiteY28" fmla="*/ 1644704 h 2414338"/>
              <a:gd name="connsiteX29" fmla="*/ 1401585 w 2071555"/>
              <a:gd name="connsiteY29" fmla="*/ 1646455 h 2414338"/>
              <a:gd name="connsiteX30" fmla="*/ 1397830 w 2071555"/>
              <a:gd name="connsiteY30" fmla="*/ 1653187 h 2414338"/>
              <a:gd name="connsiteX31" fmla="*/ 1338825 w 2071555"/>
              <a:gd name="connsiteY31" fmla="*/ 1742970 h 2414338"/>
              <a:gd name="connsiteX32" fmla="*/ 1313128 w 2071555"/>
              <a:gd name="connsiteY32" fmla="*/ 1782486 h 2414338"/>
              <a:gd name="connsiteX33" fmla="*/ 1311188 w 2071555"/>
              <a:gd name="connsiteY33" fmla="*/ 1785022 h 2414338"/>
              <a:gd name="connsiteX34" fmla="*/ 1307494 w 2071555"/>
              <a:gd name="connsiteY34" fmla="*/ 1790643 h 2414338"/>
              <a:gd name="connsiteX35" fmla="*/ 1253024 w 2071555"/>
              <a:gd name="connsiteY35" fmla="*/ 1861041 h 2414338"/>
              <a:gd name="connsiteX36" fmla="*/ 1216789 w 2071555"/>
              <a:gd name="connsiteY36" fmla="*/ 1908399 h 2414338"/>
              <a:gd name="connsiteX37" fmla="*/ 1213962 w 2071555"/>
              <a:gd name="connsiteY37" fmla="*/ 1911526 h 2414338"/>
              <a:gd name="connsiteX38" fmla="*/ 1210556 w 2071555"/>
              <a:gd name="connsiteY38" fmla="*/ 1915928 h 2414338"/>
              <a:gd name="connsiteX39" fmla="*/ 1160787 w 2071555"/>
              <a:gd name="connsiteY39" fmla="*/ 1970329 h 2414338"/>
              <a:gd name="connsiteX40" fmla="*/ 1114221 w 2071555"/>
              <a:gd name="connsiteY40" fmla="*/ 2021823 h 2414338"/>
              <a:gd name="connsiteX41" fmla="*/ 1110654 w 2071555"/>
              <a:gd name="connsiteY41" fmla="*/ 2025128 h 2414338"/>
              <a:gd name="connsiteX42" fmla="*/ 1107575 w 2071555"/>
              <a:gd name="connsiteY42" fmla="*/ 2028493 h 2414338"/>
              <a:gd name="connsiteX43" fmla="*/ 1060559 w 2071555"/>
              <a:gd name="connsiteY43" fmla="*/ 2071537 h 2414338"/>
              <a:gd name="connsiteX44" fmla="*/ 1005941 w 2071555"/>
              <a:gd name="connsiteY44" fmla="*/ 2122135 h 2414338"/>
              <a:gd name="connsiteX45" fmla="*/ 1002034 w 2071555"/>
              <a:gd name="connsiteY45" fmla="*/ 2125117 h 2414338"/>
              <a:gd name="connsiteX46" fmla="*/ 999112 w 2071555"/>
              <a:gd name="connsiteY46" fmla="*/ 2127791 h 2414338"/>
              <a:gd name="connsiteX47" fmla="*/ 949921 w 2071555"/>
              <a:gd name="connsiteY47" fmla="*/ 2164878 h 2414338"/>
              <a:gd name="connsiteX48" fmla="*/ 892464 w 2071555"/>
              <a:gd name="connsiteY48" fmla="*/ 2208718 h 2414338"/>
              <a:gd name="connsiteX49" fmla="*/ 888816 w 2071555"/>
              <a:gd name="connsiteY49" fmla="*/ 2210948 h 2414338"/>
              <a:gd name="connsiteX50" fmla="*/ 885728 w 2071555"/>
              <a:gd name="connsiteY50" fmla="*/ 2213276 h 2414338"/>
              <a:gd name="connsiteX51" fmla="*/ 825107 w 2071555"/>
              <a:gd name="connsiteY51" fmla="*/ 2249894 h 2414338"/>
              <a:gd name="connsiteX52" fmla="*/ 774306 w 2071555"/>
              <a:gd name="connsiteY52" fmla="*/ 2280949 h 2414338"/>
              <a:gd name="connsiteX53" fmla="*/ 771591 w 2071555"/>
              <a:gd name="connsiteY53" fmla="*/ 2282220 h 2414338"/>
              <a:gd name="connsiteX54" fmla="*/ 767982 w 2071555"/>
              <a:gd name="connsiteY54" fmla="*/ 2284400 h 2414338"/>
              <a:gd name="connsiteX55" fmla="*/ 680390 w 2071555"/>
              <a:gd name="connsiteY55" fmla="*/ 2324911 h 2414338"/>
              <a:gd name="connsiteX56" fmla="*/ 651982 w 2071555"/>
              <a:gd name="connsiteY56" fmla="*/ 2338209 h 2414338"/>
              <a:gd name="connsiteX57" fmla="*/ 650774 w 2071555"/>
              <a:gd name="connsiteY57" fmla="*/ 2338608 h 2414338"/>
              <a:gd name="connsiteX58" fmla="*/ 646435 w 2071555"/>
              <a:gd name="connsiteY58" fmla="*/ 2340615 h 2414338"/>
              <a:gd name="connsiteX59" fmla="*/ 264588 w 2071555"/>
              <a:gd name="connsiteY59" fmla="*/ 2414337 h 2414338"/>
              <a:gd name="connsiteX60" fmla="*/ 259641 w 2071555"/>
              <a:gd name="connsiteY60" fmla="*/ 2413955 h 2414338"/>
              <a:gd name="connsiteX61" fmla="*/ 0 w 2071555"/>
              <a:gd name="connsiteY61" fmla="*/ 2413955 h 2414338"/>
              <a:gd name="connsiteX62" fmla="*/ 0 w 2071555"/>
              <a:gd name="connsiteY62" fmla="*/ 2354642 h 2414338"/>
              <a:gd name="connsiteX63" fmla="*/ 71859 w 2071555"/>
              <a:gd name="connsiteY63" fmla="*/ 2328373 h 2414338"/>
              <a:gd name="connsiteX64" fmla="*/ 174064 w 2071555"/>
              <a:gd name="connsiteY64" fmla="*/ 2278842 h 2414338"/>
              <a:gd name="connsiteX65" fmla="*/ 207110 w 2071555"/>
              <a:gd name="connsiteY65" fmla="*/ 2259128 h 2414338"/>
              <a:gd name="connsiteX66" fmla="*/ 273120 w 2071555"/>
              <a:gd name="connsiteY66" fmla="*/ 2218970 h 2414338"/>
              <a:gd name="connsiteX67" fmla="*/ 311311 w 2071555"/>
              <a:gd name="connsiteY67" fmla="*/ 2191565 h 2414338"/>
              <a:gd name="connsiteX68" fmla="*/ 368764 w 2071555"/>
              <a:gd name="connsiteY68" fmla="*/ 2149143 h 2414338"/>
              <a:gd name="connsiteX69" fmla="*/ 408017 w 2071555"/>
              <a:gd name="connsiteY69" fmla="*/ 2115952 h 2414338"/>
              <a:gd name="connsiteX70" fmla="*/ 460733 w 2071555"/>
              <a:gd name="connsiteY70" fmla="*/ 2069742 h 2414338"/>
              <a:gd name="connsiteX71" fmla="*/ 499603 w 2071555"/>
              <a:gd name="connsiteY71" fmla="*/ 2031558 h 2414338"/>
              <a:gd name="connsiteX72" fmla="*/ 548764 w 2071555"/>
              <a:gd name="connsiteY72" fmla="*/ 1981147 h 2414338"/>
              <a:gd name="connsiteX73" fmla="*/ 586523 w 2071555"/>
              <a:gd name="connsiteY73" fmla="*/ 1938465 h 2414338"/>
              <a:gd name="connsiteX74" fmla="*/ 632596 w 2071555"/>
              <a:gd name="connsiteY74" fmla="*/ 1883730 h 2414338"/>
              <a:gd name="connsiteX75" fmla="*/ 668791 w 2071555"/>
              <a:gd name="connsiteY75" fmla="*/ 1836944 h 2414338"/>
              <a:gd name="connsiteX76" fmla="*/ 711970 w 2071555"/>
              <a:gd name="connsiteY76" fmla="*/ 1777858 h 2414338"/>
              <a:gd name="connsiteX77" fmla="*/ 746269 w 2071555"/>
              <a:gd name="connsiteY77" fmla="*/ 1727326 h 2414338"/>
              <a:gd name="connsiteX78" fmla="*/ 776519 w 2071555"/>
              <a:gd name="connsiteY78" fmla="*/ 1679771 h 2414338"/>
              <a:gd name="connsiteX79" fmla="*/ 891667 w 2071555"/>
              <a:gd name="connsiteY79" fmla="*/ 1473531 h 2414338"/>
              <a:gd name="connsiteX80" fmla="*/ 908064 w 2071555"/>
              <a:gd name="connsiteY80" fmla="*/ 1439373 h 2414338"/>
              <a:gd name="connsiteX81" fmla="*/ 1003625 w 2071555"/>
              <a:gd name="connsiteY81" fmla="*/ 1214778 h 2414338"/>
              <a:gd name="connsiteX82" fmla="*/ 1066956 w 2071555"/>
              <a:gd name="connsiteY82" fmla="*/ 1019005 h 2414338"/>
              <a:gd name="connsiteX83" fmla="*/ 1097896 w 2071555"/>
              <a:gd name="connsiteY83" fmla="*/ 920131 h 2414338"/>
              <a:gd name="connsiteX84" fmla="*/ 1166321 w 2071555"/>
              <a:gd name="connsiteY84" fmla="*/ 603489 h 2414338"/>
              <a:gd name="connsiteX85" fmla="*/ 864577 w 2071555"/>
              <a:gd name="connsiteY85" fmla="*/ 603489 h 241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2071555" h="2414338">
                <a:moveTo>
                  <a:pt x="16366" y="2380174"/>
                </a:moveTo>
                <a:lnTo>
                  <a:pt x="84552" y="2396339"/>
                </a:lnTo>
                <a:lnTo>
                  <a:pt x="106286" y="2401492"/>
                </a:lnTo>
                <a:lnTo>
                  <a:pt x="110624" y="2401832"/>
                </a:lnTo>
                <a:close/>
                <a:moveTo>
                  <a:pt x="1517411" y="0"/>
                </a:moveTo>
                <a:lnTo>
                  <a:pt x="2071555" y="603489"/>
                </a:lnTo>
                <a:lnTo>
                  <a:pt x="1769810" y="603489"/>
                </a:lnTo>
                <a:lnTo>
                  <a:pt x="1769800" y="603539"/>
                </a:lnTo>
                <a:lnTo>
                  <a:pt x="1731503" y="799461"/>
                </a:lnTo>
                <a:lnTo>
                  <a:pt x="1731271" y="800368"/>
                </a:lnTo>
                <a:lnTo>
                  <a:pt x="1730857" y="802483"/>
                </a:lnTo>
                <a:lnTo>
                  <a:pt x="1697711" y="931296"/>
                </a:lnTo>
                <a:lnTo>
                  <a:pt x="1683360" y="987286"/>
                </a:lnTo>
                <a:lnTo>
                  <a:pt x="1683078" y="988161"/>
                </a:lnTo>
                <a:lnTo>
                  <a:pt x="1681939" y="992589"/>
                </a:lnTo>
                <a:lnTo>
                  <a:pt x="1633416" y="1142907"/>
                </a:lnTo>
                <a:lnTo>
                  <a:pt x="1625894" y="1166343"/>
                </a:lnTo>
                <a:lnTo>
                  <a:pt x="1625641" y="1166990"/>
                </a:lnTo>
                <a:lnTo>
                  <a:pt x="1623617" y="1173260"/>
                </a:lnTo>
                <a:lnTo>
                  <a:pt x="1566089" y="1319456"/>
                </a:lnTo>
                <a:lnTo>
                  <a:pt x="1559623" y="1336011"/>
                </a:lnTo>
                <a:lnTo>
                  <a:pt x="1559317" y="1336666"/>
                </a:lnTo>
                <a:lnTo>
                  <a:pt x="1556452" y="1343948"/>
                </a:lnTo>
                <a:lnTo>
                  <a:pt x="1494814" y="1474788"/>
                </a:lnTo>
                <a:lnTo>
                  <a:pt x="1485061" y="1495672"/>
                </a:lnTo>
                <a:lnTo>
                  <a:pt x="1484481" y="1496722"/>
                </a:lnTo>
                <a:lnTo>
                  <a:pt x="1481002" y="1504106"/>
                </a:lnTo>
                <a:lnTo>
                  <a:pt x="1419201" y="1614881"/>
                </a:lnTo>
                <a:lnTo>
                  <a:pt x="1402724" y="1644704"/>
                </a:lnTo>
                <a:lnTo>
                  <a:pt x="1401585" y="1646455"/>
                </a:lnTo>
                <a:lnTo>
                  <a:pt x="1397830" y="1653187"/>
                </a:lnTo>
                <a:lnTo>
                  <a:pt x="1338825" y="1742970"/>
                </a:lnTo>
                <a:lnTo>
                  <a:pt x="1313128" y="1782486"/>
                </a:lnTo>
                <a:lnTo>
                  <a:pt x="1311188" y="1785022"/>
                </a:lnTo>
                <a:lnTo>
                  <a:pt x="1307494" y="1790643"/>
                </a:lnTo>
                <a:lnTo>
                  <a:pt x="1253024" y="1861041"/>
                </a:lnTo>
                <a:lnTo>
                  <a:pt x="1216789" y="1908399"/>
                </a:lnTo>
                <a:lnTo>
                  <a:pt x="1213962" y="1911526"/>
                </a:lnTo>
                <a:lnTo>
                  <a:pt x="1210556" y="1915928"/>
                </a:lnTo>
                <a:lnTo>
                  <a:pt x="1160787" y="1970329"/>
                </a:lnTo>
                <a:lnTo>
                  <a:pt x="1114221" y="2021823"/>
                </a:lnTo>
                <a:lnTo>
                  <a:pt x="1110654" y="2025128"/>
                </a:lnTo>
                <a:lnTo>
                  <a:pt x="1107575" y="2028493"/>
                </a:lnTo>
                <a:lnTo>
                  <a:pt x="1060559" y="2071537"/>
                </a:lnTo>
                <a:lnTo>
                  <a:pt x="1005941" y="2122135"/>
                </a:lnTo>
                <a:lnTo>
                  <a:pt x="1002034" y="2125117"/>
                </a:lnTo>
                <a:lnTo>
                  <a:pt x="999112" y="2127791"/>
                </a:lnTo>
                <a:lnTo>
                  <a:pt x="949921" y="2164878"/>
                </a:lnTo>
                <a:lnTo>
                  <a:pt x="892464" y="2208718"/>
                </a:lnTo>
                <a:lnTo>
                  <a:pt x="888816" y="2210948"/>
                </a:lnTo>
                <a:lnTo>
                  <a:pt x="885728" y="2213276"/>
                </a:lnTo>
                <a:lnTo>
                  <a:pt x="825107" y="2249894"/>
                </a:lnTo>
                <a:lnTo>
                  <a:pt x="774306" y="2280949"/>
                </a:lnTo>
                <a:lnTo>
                  <a:pt x="771591" y="2282220"/>
                </a:lnTo>
                <a:lnTo>
                  <a:pt x="767982" y="2284400"/>
                </a:lnTo>
                <a:lnTo>
                  <a:pt x="680390" y="2324911"/>
                </a:lnTo>
                <a:lnTo>
                  <a:pt x="651982" y="2338209"/>
                </a:lnTo>
                <a:lnTo>
                  <a:pt x="650774" y="2338608"/>
                </a:lnTo>
                <a:lnTo>
                  <a:pt x="646435" y="2340615"/>
                </a:lnTo>
                <a:cubicBezTo>
                  <a:pt x="523173" y="2389194"/>
                  <a:pt x="395051" y="2414589"/>
                  <a:pt x="264588" y="2414337"/>
                </a:cubicBezTo>
                <a:lnTo>
                  <a:pt x="259641" y="2413955"/>
                </a:lnTo>
                <a:lnTo>
                  <a:pt x="0" y="2413955"/>
                </a:lnTo>
                <a:lnTo>
                  <a:pt x="0" y="2354642"/>
                </a:lnTo>
                <a:lnTo>
                  <a:pt x="71859" y="2328373"/>
                </a:lnTo>
                <a:lnTo>
                  <a:pt x="174064" y="2278842"/>
                </a:lnTo>
                <a:lnTo>
                  <a:pt x="207110" y="2259128"/>
                </a:lnTo>
                <a:lnTo>
                  <a:pt x="273120" y="2218970"/>
                </a:lnTo>
                <a:lnTo>
                  <a:pt x="311311" y="2191565"/>
                </a:lnTo>
                <a:lnTo>
                  <a:pt x="368764" y="2149143"/>
                </a:lnTo>
                <a:lnTo>
                  <a:pt x="408017" y="2115952"/>
                </a:lnTo>
                <a:lnTo>
                  <a:pt x="460733" y="2069742"/>
                </a:lnTo>
                <a:lnTo>
                  <a:pt x="499603" y="2031558"/>
                </a:lnTo>
                <a:lnTo>
                  <a:pt x="548764" y="1981147"/>
                </a:lnTo>
                <a:lnTo>
                  <a:pt x="586523" y="1938465"/>
                </a:lnTo>
                <a:lnTo>
                  <a:pt x="632596" y="1883730"/>
                </a:lnTo>
                <a:lnTo>
                  <a:pt x="668791" y="1836944"/>
                </a:lnTo>
                <a:lnTo>
                  <a:pt x="711970" y="1777858"/>
                </a:lnTo>
                <a:lnTo>
                  <a:pt x="746269" y="1727326"/>
                </a:lnTo>
                <a:lnTo>
                  <a:pt x="776519" y="1679771"/>
                </a:lnTo>
                <a:lnTo>
                  <a:pt x="891667" y="1473531"/>
                </a:lnTo>
                <a:lnTo>
                  <a:pt x="908064" y="1439373"/>
                </a:lnTo>
                <a:lnTo>
                  <a:pt x="1003625" y="1214778"/>
                </a:lnTo>
                <a:lnTo>
                  <a:pt x="1066956" y="1019005"/>
                </a:lnTo>
                <a:lnTo>
                  <a:pt x="1097896" y="920131"/>
                </a:lnTo>
                <a:lnTo>
                  <a:pt x="1166321" y="603489"/>
                </a:lnTo>
                <a:lnTo>
                  <a:pt x="864577" y="6034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8" name="フリーフォーム: 図形 27">
            <a:extLst>
              <a:ext uri="{FF2B5EF4-FFF2-40B4-BE49-F238E27FC236}">
                <a16:creationId xmlns:a16="http://schemas.microsoft.com/office/drawing/2014/main" id="{88DA51BA-3612-CD26-C7D6-5A88F3371243}"/>
              </a:ext>
            </a:extLst>
          </p:cNvPr>
          <p:cNvSpPr/>
          <p:nvPr/>
        </p:nvSpPr>
        <p:spPr>
          <a:xfrm rot="2237125" flipH="1">
            <a:off x="807590" y="1497100"/>
            <a:ext cx="662977" cy="772680"/>
          </a:xfrm>
          <a:custGeom>
            <a:avLst/>
            <a:gdLst>
              <a:gd name="connsiteX0" fmla="*/ 16366 w 2071555"/>
              <a:gd name="connsiteY0" fmla="*/ 2380174 h 2414338"/>
              <a:gd name="connsiteX1" fmla="*/ 84552 w 2071555"/>
              <a:gd name="connsiteY1" fmla="*/ 2396339 h 2414338"/>
              <a:gd name="connsiteX2" fmla="*/ 106286 w 2071555"/>
              <a:gd name="connsiteY2" fmla="*/ 2401492 h 2414338"/>
              <a:gd name="connsiteX3" fmla="*/ 110624 w 2071555"/>
              <a:gd name="connsiteY3" fmla="*/ 2401832 h 2414338"/>
              <a:gd name="connsiteX4" fmla="*/ 1517411 w 2071555"/>
              <a:gd name="connsiteY4" fmla="*/ 0 h 2414338"/>
              <a:gd name="connsiteX5" fmla="*/ 2071555 w 2071555"/>
              <a:gd name="connsiteY5" fmla="*/ 603489 h 2414338"/>
              <a:gd name="connsiteX6" fmla="*/ 1769810 w 2071555"/>
              <a:gd name="connsiteY6" fmla="*/ 603489 h 2414338"/>
              <a:gd name="connsiteX7" fmla="*/ 1769800 w 2071555"/>
              <a:gd name="connsiteY7" fmla="*/ 603539 h 2414338"/>
              <a:gd name="connsiteX8" fmla="*/ 1731503 w 2071555"/>
              <a:gd name="connsiteY8" fmla="*/ 799461 h 2414338"/>
              <a:gd name="connsiteX9" fmla="*/ 1731271 w 2071555"/>
              <a:gd name="connsiteY9" fmla="*/ 800368 h 2414338"/>
              <a:gd name="connsiteX10" fmla="*/ 1730857 w 2071555"/>
              <a:gd name="connsiteY10" fmla="*/ 802483 h 2414338"/>
              <a:gd name="connsiteX11" fmla="*/ 1697711 w 2071555"/>
              <a:gd name="connsiteY11" fmla="*/ 931296 h 2414338"/>
              <a:gd name="connsiteX12" fmla="*/ 1683360 w 2071555"/>
              <a:gd name="connsiteY12" fmla="*/ 987286 h 2414338"/>
              <a:gd name="connsiteX13" fmla="*/ 1683078 w 2071555"/>
              <a:gd name="connsiteY13" fmla="*/ 988161 h 2414338"/>
              <a:gd name="connsiteX14" fmla="*/ 1681939 w 2071555"/>
              <a:gd name="connsiteY14" fmla="*/ 992589 h 2414338"/>
              <a:gd name="connsiteX15" fmla="*/ 1633416 w 2071555"/>
              <a:gd name="connsiteY15" fmla="*/ 1142907 h 2414338"/>
              <a:gd name="connsiteX16" fmla="*/ 1625894 w 2071555"/>
              <a:gd name="connsiteY16" fmla="*/ 1166343 h 2414338"/>
              <a:gd name="connsiteX17" fmla="*/ 1625641 w 2071555"/>
              <a:gd name="connsiteY17" fmla="*/ 1166990 h 2414338"/>
              <a:gd name="connsiteX18" fmla="*/ 1623617 w 2071555"/>
              <a:gd name="connsiteY18" fmla="*/ 1173260 h 2414338"/>
              <a:gd name="connsiteX19" fmla="*/ 1566089 w 2071555"/>
              <a:gd name="connsiteY19" fmla="*/ 1319456 h 2414338"/>
              <a:gd name="connsiteX20" fmla="*/ 1559623 w 2071555"/>
              <a:gd name="connsiteY20" fmla="*/ 1336011 h 2414338"/>
              <a:gd name="connsiteX21" fmla="*/ 1559317 w 2071555"/>
              <a:gd name="connsiteY21" fmla="*/ 1336666 h 2414338"/>
              <a:gd name="connsiteX22" fmla="*/ 1556452 w 2071555"/>
              <a:gd name="connsiteY22" fmla="*/ 1343948 h 2414338"/>
              <a:gd name="connsiteX23" fmla="*/ 1494814 w 2071555"/>
              <a:gd name="connsiteY23" fmla="*/ 1474788 h 2414338"/>
              <a:gd name="connsiteX24" fmla="*/ 1485061 w 2071555"/>
              <a:gd name="connsiteY24" fmla="*/ 1495672 h 2414338"/>
              <a:gd name="connsiteX25" fmla="*/ 1484481 w 2071555"/>
              <a:gd name="connsiteY25" fmla="*/ 1496722 h 2414338"/>
              <a:gd name="connsiteX26" fmla="*/ 1481002 w 2071555"/>
              <a:gd name="connsiteY26" fmla="*/ 1504106 h 2414338"/>
              <a:gd name="connsiteX27" fmla="*/ 1419201 w 2071555"/>
              <a:gd name="connsiteY27" fmla="*/ 1614881 h 2414338"/>
              <a:gd name="connsiteX28" fmla="*/ 1402724 w 2071555"/>
              <a:gd name="connsiteY28" fmla="*/ 1644704 h 2414338"/>
              <a:gd name="connsiteX29" fmla="*/ 1401585 w 2071555"/>
              <a:gd name="connsiteY29" fmla="*/ 1646455 h 2414338"/>
              <a:gd name="connsiteX30" fmla="*/ 1397830 w 2071555"/>
              <a:gd name="connsiteY30" fmla="*/ 1653187 h 2414338"/>
              <a:gd name="connsiteX31" fmla="*/ 1338825 w 2071555"/>
              <a:gd name="connsiteY31" fmla="*/ 1742970 h 2414338"/>
              <a:gd name="connsiteX32" fmla="*/ 1313128 w 2071555"/>
              <a:gd name="connsiteY32" fmla="*/ 1782486 h 2414338"/>
              <a:gd name="connsiteX33" fmla="*/ 1311188 w 2071555"/>
              <a:gd name="connsiteY33" fmla="*/ 1785022 h 2414338"/>
              <a:gd name="connsiteX34" fmla="*/ 1307494 w 2071555"/>
              <a:gd name="connsiteY34" fmla="*/ 1790643 h 2414338"/>
              <a:gd name="connsiteX35" fmla="*/ 1253024 w 2071555"/>
              <a:gd name="connsiteY35" fmla="*/ 1861041 h 2414338"/>
              <a:gd name="connsiteX36" fmla="*/ 1216789 w 2071555"/>
              <a:gd name="connsiteY36" fmla="*/ 1908399 h 2414338"/>
              <a:gd name="connsiteX37" fmla="*/ 1213962 w 2071555"/>
              <a:gd name="connsiteY37" fmla="*/ 1911526 h 2414338"/>
              <a:gd name="connsiteX38" fmla="*/ 1210556 w 2071555"/>
              <a:gd name="connsiteY38" fmla="*/ 1915928 h 2414338"/>
              <a:gd name="connsiteX39" fmla="*/ 1160787 w 2071555"/>
              <a:gd name="connsiteY39" fmla="*/ 1970329 h 2414338"/>
              <a:gd name="connsiteX40" fmla="*/ 1114221 w 2071555"/>
              <a:gd name="connsiteY40" fmla="*/ 2021823 h 2414338"/>
              <a:gd name="connsiteX41" fmla="*/ 1110654 w 2071555"/>
              <a:gd name="connsiteY41" fmla="*/ 2025128 h 2414338"/>
              <a:gd name="connsiteX42" fmla="*/ 1107575 w 2071555"/>
              <a:gd name="connsiteY42" fmla="*/ 2028493 h 2414338"/>
              <a:gd name="connsiteX43" fmla="*/ 1060559 w 2071555"/>
              <a:gd name="connsiteY43" fmla="*/ 2071537 h 2414338"/>
              <a:gd name="connsiteX44" fmla="*/ 1005941 w 2071555"/>
              <a:gd name="connsiteY44" fmla="*/ 2122135 h 2414338"/>
              <a:gd name="connsiteX45" fmla="*/ 1002034 w 2071555"/>
              <a:gd name="connsiteY45" fmla="*/ 2125117 h 2414338"/>
              <a:gd name="connsiteX46" fmla="*/ 999112 w 2071555"/>
              <a:gd name="connsiteY46" fmla="*/ 2127791 h 2414338"/>
              <a:gd name="connsiteX47" fmla="*/ 949921 w 2071555"/>
              <a:gd name="connsiteY47" fmla="*/ 2164878 h 2414338"/>
              <a:gd name="connsiteX48" fmla="*/ 892464 w 2071555"/>
              <a:gd name="connsiteY48" fmla="*/ 2208718 h 2414338"/>
              <a:gd name="connsiteX49" fmla="*/ 888816 w 2071555"/>
              <a:gd name="connsiteY49" fmla="*/ 2210948 h 2414338"/>
              <a:gd name="connsiteX50" fmla="*/ 885728 w 2071555"/>
              <a:gd name="connsiteY50" fmla="*/ 2213276 h 2414338"/>
              <a:gd name="connsiteX51" fmla="*/ 825107 w 2071555"/>
              <a:gd name="connsiteY51" fmla="*/ 2249894 h 2414338"/>
              <a:gd name="connsiteX52" fmla="*/ 774306 w 2071555"/>
              <a:gd name="connsiteY52" fmla="*/ 2280949 h 2414338"/>
              <a:gd name="connsiteX53" fmla="*/ 771591 w 2071555"/>
              <a:gd name="connsiteY53" fmla="*/ 2282220 h 2414338"/>
              <a:gd name="connsiteX54" fmla="*/ 767982 w 2071555"/>
              <a:gd name="connsiteY54" fmla="*/ 2284400 h 2414338"/>
              <a:gd name="connsiteX55" fmla="*/ 680390 w 2071555"/>
              <a:gd name="connsiteY55" fmla="*/ 2324911 h 2414338"/>
              <a:gd name="connsiteX56" fmla="*/ 651982 w 2071555"/>
              <a:gd name="connsiteY56" fmla="*/ 2338209 h 2414338"/>
              <a:gd name="connsiteX57" fmla="*/ 650774 w 2071555"/>
              <a:gd name="connsiteY57" fmla="*/ 2338608 h 2414338"/>
              <a:gd name="connsiteX58" fmla="*/ 646435 w 2071555"/>
              <a:gd name="connsiteY58" fmla="*/ 2340615 h 2414338"/>
              <a:gd name="connsiteX59" fmla="*/ 264588 w 2071555"/>
              <a:gd name="connsiteY59" fmla="*/ 2414337 h 2414338"/>
              <a:gd name="connsiteX60" fmla="*/ 259641 w 2071555"/>
              <a:gd name="connsiteY60" fmla="*/ 2413955 h 2414338"/>
              <a:gd name="connsiteX61" fmla="*/ 0 w 2071555"/>
              <a:gd name="connsiteY61" fmla="*/ 2413955 h 2414338"/>
              <a:gd name="connsiteX62" fmla="*/ 0 w 2071555"/>
              <a:gd name="connsiteY62" fmla="*/ 2354642 h 2414338"/>
              <a:gd name="connsiteX63" fmla="*/ 71859 w 2071555"/>
              <a:gd name="connsiteY63" fmla="*/ 2328373 h 2414338"/>
              <a:gd name="connsiteX64" fmla="*/ 174064 w 2071555"/>
              <a:gd name="connsiteY64" fmla="*/ 2278842 h 2414338"/>
              <a:gd name="connsiteX65" fmla="*/ 207110 w 2071555"/>
              <a:gd name="connsiteY65" fmla="*/ 2259128 h 2414338"/>
              <a:gd name="connsiteX66" fmla="*/ 273120 w 2071555"/>
              <a:gd name="connsiteY66" fmla="*/ 2218970 h 2414338"/>
              <a:gd name="connsiteX67" fmla="*/ 311311 w 2071555"/>
              <a:gd name="connsiteY67" fmla="*/ 2191565 h 2414338"/>
              <a:gd name="connsiteX68" fmla="*/ 368764 w 2071555"/>
              <a:gd name="connsiteY68" fmla="*/ 2149143 h 2414338"/>
              <a:gd name="connsiteX69" fmla="*/ 408017 w 2071555"/>
              <a:gd name="connsiteY69" fmla="*/ 2115952 h 2414338"/>
              <a:gd name="connsiteX70" fmla="*/ 460733 w 2071555"/>
              <a:gd name="connsiteY70" fmla="*/ 2069742 h 2414338"/>
              <a:gd name="connsiteX71" fmla="*/ 499603 w 2071555"/>
              <a:gd name="connsiteY71" fmla="*/ 2031558 h 2414338"/>
              <a:gd name="connsiteX72" fmla="*/ 548764 w 2071555"/>
              <a:gd name="connsiteY72" fmla="*/ 1981147 h 2414338"/>
              <a:gd name="connsiteX73" fmla="*/ 586523 w 2071555"/>
              <a:gd name="connsiteY73" fmla="*/ 1938465 h 2414338"/>
              <a:gd name="connsiteX74" fmla="*/ 632596 w 2071555"/>
              <a:gd name="connsiteY74" fmla="*/ 1883730 h 2414338"/>
              <a:gd name="connsiteX75" fmla="*/ 668791 w 2071555"/>
              <a:gd name="connsiteY75" fmla="*/ 1836944 h 2414338"/>
              <a:gd name="connsiteX76" fmla="*/ 711970 w 2071555"/>
              <a:gd name="connsiteY76" fmla="*/ 1777858 h 2414338"/>
              <a:gd name="connsiteX77" fmla="*/ 746269 w 2071555"/>
              <a:gd name="connsiteY77" fmla="*/ 1727326 h 2414338"/>
              <a:gd name="connsiteX78" fmla="*/ 776519 w 2071555"/>
              <a:gd name="connsiteY78" fmla="*/ 1679771 h 2414338"/>
              <a:gd name="connsiteX79" fmla="*/ 891667 w 2071555"/>
              <a:gd name="connsiteY79" fmla="*/ 1473531 h 2414338"/>
              <a:gd name="connsiteX80" fmla="*/ 908064 w 2071555"/>
              <a:gd name="connsiteY80" fmla="*/ 1439373 h 2414338"/>
              <a:gd name="connsiteX81" fmla="*/ 1003625 w 2071555"/>
              <a:gd name="connsiteY81" fmla="*/ 1214778 h 2414338"/>
              <a:gd name="connsiteX82" fmla="*/ 1066956 w 2071555"/>
              <a:gd name="connsiteY82" fmla="*/ 1019005 h 2414338"/>
              <a:gd name="connsiteX83" fmla="*/ 1097896 w 2071555"/>
              <a:gd name="connsiteY83" fmla="*/ 920131 h 2414338"/>
              <a:gd name="connsiteX84" fmla="*/ 1166321 w 2071555"/>
              <a:gd name="connsiteY84" fmla="*/ 603489 h 2414338"/>
              <a:gd name="connsiteX85" fmla="*/ 864577 w 2071555"/>
              <a:gd name="connsiteY85" fmla="*/ 603489 h 241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2071555" h="2414338">
                <a:moveTo>
                  <a:pt x="16366" y="2380174"/>
                </a:moveTo>
                <a:lnTo>
                  <a:pt x="84552" y="2396339"/>
                </a:lnTo>
                <a:lnTo>
                  <a:pt x="106286" y="2401492"/>
                </a:lnTo>
                <a:lnTo>
                  <a:pt x="110624" y="2401832"/>
                </a:lnTo>
                <a:close/>
                <a:moveTo>
                  <a:pt x="1517411" y="0"/>
                </a:moveTo>
                <a:lnTo>
                  <a:pt x="2071555" y="603489"/>
                </a:lnTo>
                <a:lnTo>
                  <a:pt x="1769810" y="603489"/>
                </a:lnTo>
                <a:lnTo>
                  <a:pt x="1769800" y="603539"/>
                </a:lnTo>
                <a:lnTo>
                  <a:pt x="1731503" y="799461"/>
                </a:lnTo>
                <a:lnTo>
                  <a:pt x="1731271" y="800368"/>
                </a:lnTo>
                <a:lnTo>
                  <a:pt x="1730857" y="802483"/>
                </a:lnTo>
                <a:lnTo>
                  <a:pt x="1697711" y="931296"/>
                </a:lnTo>
                <a:lnTo>
                  <a:pt x="1683360" y="987286"/>
                </a:lnTo>
                <a:lnTo>
                  <a:pt x="1683078" y="988161"/>
                </a:lnTo>
                <a:lnTo>
                  <a:pt x="1681939" y="992589"/>
                </a:lnTo>
                <a:lnTo>
                  <a:pt x="1633416" y="1142907"/>
                </a:lnTo>
                <a:lnTo>
                  <a:pt x="1625894" y="1166343"/>
                </a:lnTo>
                <a:lnTo>
                  <a:pt x="1625641" y="1166990"/>
                </a:lnTo>
                <a:lnTo>
                  <a:pt x="1623617" y="1173260"/>
                </a:lnTo>
                <a:lnTo>
                  <a:pt x="1566089" y="1319456"/>
                </a:lnTo>
                <a:lnTo>
                  <a:pt x="1559623" y="1336011"/>
                </a:lnTo>
                <a:lnTo>
                  <a:pt x="1559317" y="1336666"/>
                </a:lnTo>
                <a:lnTo>
                  <a:pt x="1556452" y="1343948"/>
                </a:lnTo>
                <a:lnTo>
                  <a:pt x="1494814" y="1474788"/>
                </a:lnTo>
                <a:lnTo>
                  <a:pt x="1485061" y="1495672"/>
                </a:lnTo>
                <a:lnTo>
                  <a:pt x="1484481" y="1496722"/>
                </a:lnTo>
                <a:lnTo>
                  <a:pt x="1481002" y="1504106"/>
                </a:lnTo>
                <a:lnTo>
                  <a:pt x="1419201" y="1614881"/>
                </a:lnTo>
                <a:lnTo>
                  <a:pt x="1402724" y="1644704"/>
                </a:lnTo>
                <a:lnTo>
                  <a:pt x="1401585" y="1646455"/>
                </a:lnTo>
                <a:lnTo>
                  <a:pt x="1397830" y="1653187"/>
                </a:lnTo>
                <a:lnTo>
                  <a:pt x="1338825" y="1742970"/>
                </a:lnTo>
                <a:lnTo>
                  <a:pt x="1313128" y="1782486"/>
                </a:lnTo>
                <a:lnTo>
                  <a:pt x="1311188" y="1785022"/>
                </a:lnTo>
                <a:lnTo>
                  <a:pt x="1307494" y="1790643"/>
                </a:lnTo>
                <a:lnTo>
                  <a:pt x="1253024" y="1861041"/>
                </a:lnTo>
                <a:lnTo>
                  <a:pt x="1216789" y="1908399"/>
                </a:lnTo>
                <a:lnTo>
                  <a:pt x="1213962" y="1911526"/>
                </a:lnTo>
                <a:lnTo>
                  <a:pt x="1210556" y="1915928"/>
                </a:lnTo>
                <a:lnTo>
                  <a:pt x="1160787" y="1970329"/>
                </a:lnTo>
                <a:lnTo>
                  <a:pt x="1114221" y="2021823"/>
                </a:lnTo>
                <a:lnTo>
                  <a:pt x="1110654" y="2025128"/>
                </a:lnTo>
                <a:lnTo>
                  <a:pt x="1107575" y="2028493"/>
                </a:lnTo>
                <a:lnTo>
                  <a:pt x="1060559" y="2071537"/>
                </a:lnTo>
                <a:lnTo>
                  <a:pt x="1005941" y="2122135"/>
                </a:lnTo>
                <a:lnTo>
                  <a:pt x="1002034" y="2125117"/>
                </a:lnTo>
                <a:lnTo>
                  <a:pt x="999112" y="2127791"/>
                </a:lnTo>
                <a:lnTo>
                  <a:pt x="949921" y="2164878"/>
                </a:lnTo>
                <a:lnTo>
                  <a:pt x="892464" y="2208718"/>
                </a:lnTo>
                <a:lnTo>
                  <a:pt x="888816" y="2210948"/>
                </a:lnTo>
                <a:lnTo>
                  <a:pt x="885728" y="2213276"/>
                </a:lnTo>
                <a:lnTo>
                  <a:pt x="825107" y="2249894"/>
                </a:lnTo>
                <a:lnTo>
                  <a:pt x="774306" y="2280949"/>
                </a:lnTo>
                <a:lnTo>
                  <a:pt x="771591" y="2282220"/>
                </a:lnTo>
                <a:lnTo>
                  <a:pt x="767982" y="2284400"/>
                </a:lnTo>
                <a:lnTo>
                  <a:pt x="680390" y="2324911"/>
                </a:lnTo>
                <a:lnTo>
                  <a:pt x="651982" y="2338209"/>
                </a:lnTo>
                <a:lnTo>
                  <a:pt x="650774" y="2338608"/>
                </a:lnTo>
                <a:lnTo>
                  <a:pt x="646435" y="2340615"/>
                </a:lnTo>
                <a:cubicBezTo>
                  <a:pt x="523173" y="2389194"/>
                  <a:pt x="395051" y="2414589"/>
                  <a:pt x="264588" y="2414337"/>
                </a:cubicBezTo>
                <a:lnTo>
                  <a:pt x="259641" y="2413955"/>
                </a:lnTo>
                <a:lnTo>
                  <a:pt x="0" y="2413955"/>
                </a:lnTo>
                <a:lnTo>
                  <a:pt x="0" y="2354642"/>
                </a:lnTo>
                <a:lnTo>
                  <a:pt x="71859" y="2328373"/>
                </a:lnTo>
                <a:lnTo>
                  <a:pt x="174064" y="2278842"/>
                </a:lnTo>
                <a:lnTo>
                  <a:pt x="207110" y="2259128"/>
                </a:lnTo>
                <a:lnTo>
                  <a:pt x="273120" y="2218970"/>
                </a:lnTo>
                <a:lnTo>
                  <a:pt x="311311" y="2191565"/>
                </a:lnTo>
                <a:lnTo>
                  <a:pt x="368764" y="2149143"/>
                </a:lnTo>
                <a:lnTo>
                  <a:pt x="408017" y="2115952"/>
                </a:lnTo>
                <a:lnTo>
                  <a:pt x="460733" y="2069742"/>
                </a:lnTo>
                <a:lnTo>
                  <a:pt x="499603" y="2031558"/>
                </a:lnTo>
                <a:lnTo>
                  <a:pt x="548764" y="1981147"/>
                </a:lnTo>
                <a:lnTo>
                  <a:pt x="586523" y="1938465"/>
                </a:lnTo>
                <a:lnTo>
                  <a:pt x="632596" y="1883730"/>
                </a:lnTo>
                <a:lnTo>
                  <a:pt x="668791" y="1836944"/>
                </a:lnTo>
                <a:lnTo>
                  <a:pt x="711970" y="1777858"/>
                </a:lnTo>
                <a:lnTo>
                  <a:pt x="746269" y="1727326"/>
                </a:lnTo>
                <a:lnTo>
                  <a:pt x="776519" y="1679771"/>
                </a:lnTo>
                <a:lnTo>
                  <a:pt x="891667" y="1473531"/>
                </a:lnTo>
                <a:lnTo>
                  <a:pt x="908064" y="1439373"/>
                </a:lnTo>
                <a:lnTo>
                  <a:pt x="1003625" y="1214778"/>
                </a:lnTo>
                <a:lnTo>
                  <a:pt x="1066956" y="1019005"/>
                </a:lnTo>
                <a:lnTo>
                  <a:pt x="1097896" y="920131"/>
                </a:lnTo>
                <a:lnTo>
                  <a:pt x="1166321" y="603489"/>
                </a:lnTo>
                <a:lnTo>
                  <a:pt x="864577" y="6034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0FB01FC-34D2-B245-6EF4-C636F4F5C67B}"/>
              </a:ext>
            </a:extLst>
          </p:cNvPr>
          <p:cNvSpPr txBox="1"/>
          <p:nvPr/>
        </p:nvSpPr>
        <p:spPr>
          <a:xfrm>
            <a:off x="4100741" y="1387640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rgbClr val="0070C0"/>
                </a:solidFill>
              </a:rPr>
              <a:t>+</a:t>
            </a:r>
            <a:endParaRPr kumimoji="1" lang="ja-JP" altLang="en-US" sz="2800" b="1">
              <a:solidFill>
                <a:srgbClr val="0070C0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95FCDB1-B698-EEDE-0820-3F496188A4A3}"/>
              </a:ext>
            </a:extLst>
          </p:cNvPr>
          <p:cNvSpPr txBox="1"/>
          <p:nvPr/>
        </p:nvSpPr>
        <p:spPr>
          <a:xfrm>
            <a:off x="735263" y="3026924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-</a:t>
            </a:r>
            <a:endParaRPr kumimoji="1" lang="ja-JP" altLang="en-US" sz="2800">
              <a:solidFill>
                <a:srgbClr val="FF0000"/>
              </a:solidFill>
            </a:endParaRPr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F630A156-5C70-7AC5-AEBE-A8E689756D8B}"/>
              </a:ext>
            </a:extLst>
          </p:cNvPr>
          <p:cNvSpPr/>
          <p:nvPr/>
        </p:nvSpPr>
        <p:spPr>
          <a:xfrm rot="663280" flipH="1">
            <a:off x="1046661" y="3195496"/>
            <a:ext cx="662977" cy="772680"/>
          </a:xfrm>
          <a:custGeom>
            <a:avLst/>
            <a:gdLst>
              <a:gd name="connsiteX0" fmla="*/ 16366 w 2071555"/>
              <a:gd name="connsiteY0" fmla="*/ 2380174 h 2414338"/>
              <a:gd name="connsiteX1" fmla="*/ 84552 w 2071555"/>
              <a:gd name="connsiteY1" fmla="*/ 2396339 h 2414338"/>
              <a:gd name="connsiteX2" fmla="*/ 106286 w 2071555"/>
              <a:gd name="connsiteY2" fmla="*/ 2401492 h 2414338"/>
              <a:gd name="connsiteX3" fmla="*/ 110624 w 2071555"/>
              <a:gd name="connsiteY3" fmla="*/ 2401832 h 2414338"/>
              <a:gd name="connsiteX4" fmla="*/ 1517411 w 2071555"/>
              <a:gd name="connsiteY4" fmla="*/ 0 h 2414338"/>
              <a:gd name="connsiteX5" fmla="*/ 2071555 w 2071555"/>
              <a:gd name="connsiteY5" fmla="*/ 603489 h 2414338"/>
              <a:gd name="connsiteX6" fmla="*/ 1769810 w 2071555"/>
              <a:gd name="connsiteY6" fmla="*/ 603489 h 2414338"/>
              <a:gd name="connsiteX7" fmla="*/ 1769800 w 2071555"/>
              <a:gd name="connsiteY7" fmla="*/ 603539 h 2414338"/>
              <a:gd name="connsiteX8" fmla="*/ 1731503 w 2071555"/>
              <a:gd name="connsiteY8" fmla="*/ 799461 h 2414338"/>
              <a:gd name="connsiteX9" fmla="*/ 1731271 w 2071555"/>
              <a:gd name="connsiteY9" fmla="*/ 800368 h 2414338"/>
              <a:gd name="connsiteX10" fmla="*/ 1730857 w 2071555"/>
              <a:gd name="connsiteY10" fmla="*/ 802483 h 2414338"/>
              <a:gd name="connsiteX11" fmla="*/ 1697711 w 2071555"/>
              <a:gd name="connsiteY11" fmla="*/ 931296 h 2414338"/>
              <a:gd name="connsiteX12" fmla="*/ 1683360 w 2071555"/>
              <a:gd name="connsiteY12" fmla="*/ 987286 h 2414338"/>
              <a:gd name="connsiteX13" fmla="*/ 1683078 w 2071555"/>
              <a:gd name="connsiteY13" fmla="*/ 988161 h 2414338"/>
              <a:gd name="connsiteX14" fmla="*/ 1681939 w 2071555"/>
              <a:gd name="connsiteY14" fmla="*/ 992589 h 2414338"/>
              <a:gd name="connsiteX15" fmla="*/ 1633416 w 2071555"/>
              <a:gd name="connsiteY15" fmla="*/ 1142907 h 2414338"/>
              <a:gd name="connsiteX16" fmla="*/ 1625894 w 2071555"/>
              <a:gd name="connsiteY16" fmla="*/ 1166343 h 2414338"/>
              <a:gd name="connsiteX17" fmla="*/ 1625641 w 2071555"/>
              <a:gd name="connsiteY17" fmla="*/ 1166990 h 2414338"/>
              <a:gd name="connsiteX18" fmla="*/ 1623617 w 2071555"/>
              <a:gd name="connsiteY18" fmla="*/ 1173260 h 2414338"/>
              <a:gd name="connsiteX19" fmla="*/ 1566089 w 2071555"/>
              <a:gd name="connsiteY19" fmla="*/ 1319456 h 2414338"/>
              <a:gd name="connsiteX20" fmla="*/ 1559623 w 2071555"/>
              <a:gd name="connsiteY20" fmla="*/ 1336011 h 2414338"/>
              <a:gd name="connsiteX21" fmla="*/ 1559317 w 2071555"/>
              <a:gd name="connsiteY21" fmla="*/ 1336666 h 2414338"/>
              <a:gd name="connsiteX22" fmla="*/ 1556452 w 2071555"/>
              <a:gd name="connsiteY22" fmla="*/ 1343948 h 2414338"/>
              <a:gd name="connsiteX23" fmla="*/ 1494814 w 2071555"/>
              <a:gd name="connsiteY23" fmla="*/ 1474788 h 2414338"/>
              <a:gd name="connsiteX24" fmla="*/ 1485061 w 2071555"/>
              <a:gd name="connsiteY24" fmla="*/ 1495672 h 2414338"/>
              <a:gd name="connsiteX25" fmla="*/ 1484481 w 2071555"/>
              <a:gd name="connsiteY25" fmla="*/ 1496722 h 2414338"/>
              <a:gd name="connsiteX26" fmla="*/ 1481002 w 2071555"/>
              <a:gd name="connsiteY26" fmla="*/ 1504106 h 2414338"/>
              <a:gd name="connsiteX27" fmla="*/ 1419201 w 2071555"/>
              <a:gd name="connsiteY27" fmla="*/ 1614881 h 2414338"/>
              <a:gd name="connsiteX28" fmla="*/ 1402724 w 2071555"/>
              <a:gd name="connsiteY28" fmla="*/ 1644704 h 2414338"/>
              <a:gd name="connsiteX29" fmla="*/ 1401585 w 2071555"/>
              <a:gd name="connsiteY29" fmla="*/ 1646455 h 2414338"/>
              <a:gd name="connsiteX30" fmla="*/ 1397830 w 2071555"/>
              <a:gd name="connsiteY30" fmla="*/ 1653187 h 2414338"/>
              <a:gd name="connsiteX31" fmla="*/ 1338825 w 2071555"/>
              <a:gd name="connsiteY31" fmla="*/ 1742970 h 2414338"/>
              <a:gd name="connsiteX32" fmla="*/ 1313128 w 2071555"/>
              <a:gd name="connsiteY32" fmla="*/ 1782486 h 2414338"/>
              <a:gd name="connsiteX33" fmla="*/ 1311188 w 2071555"/>
              <a:gd name="connsiteY33" fmla="*/ 1785022 h 2414338"/>
              <a:gd name="connsiteX34" fmla="*/ 1307494 w 2071555"/>
              <a:gd name="connsiteY34" fmla="*/ 1790643 h 2414338"/>
              <a:gd name="connsiteX35" fmla="*/ 1253024 w 2071555"/>
              <a:gd name="connsiteY35" fmla="*/ 1861041 h 2414338"/>
              <a:gd name="connsiteX36" fmla="*/ 1216789 w 2071555"/>
              <a:gd name="connsiteY36" fmla="*/ 1908399 h 2414338"/>
              <a:gd name="connsiteX37" fmla="*/ 1213962 w 2071555"/>
              <a:gd name="connsiteY37" fmla="*/ 1911526 h 2414338"/>
              <a:gd name="connsiteX38" fmla="*/ 1210556 w 2071555"/>
              <a:gd name="connsiteY38" fmla="*/ 1915928 h 2414338"/>
              <a:gd name="connsiteX39" fmla="*/ 1160787 w 2071555"/>
              <a:gd name="connsiteY39" fmla="*/ 1970329 h 2414338"/>
              <a:gd name="connsiteX40" fmla="*/ 1114221 w 2071555"/>
              <a:gd name="connsiteY40" fmla="*/ 2021823 h 2414338"/>
              <a:gd name="connsiteX41" fmla="*/ 1110654 w 2071555"/>
              <a:gd name="connsiteY41" fmla="*/ 2025128 h 2414338"/>
              <a:gd name="connsiteX42" fmla="*/ 1107575 w 2071555"/>
              <a:gd name="connsiteY42" fmla="*/ 2028493 h 2414338"/>
              <a:gd name="connsiteX43" fmla="*/ 1060559 w 2071555"/>
              <a:gd name="connsiteY43" fmla="*/ 2071537 h 2414338"/>
              <a:gd name="connsiteX44" fmla="*/ 1005941 w 2071555"/>
              <a:gd name="connsiteY44" fmla="*/ 2122135 h 2414338"/>
              <a:gd name="connsiteX45" fmla="*/ 1002034 w 2071555"/>
              <a:gd name="connsiteY45" fmla="*/ 2125117 h 2414338"/>
              <a:gd name="connsiteX46" fmla="*/ 999112 w 2071555"/>
              <a:gd name="connsiteY46" fmla="*/ 2127791 h 2414338"/>
              <a:gd name="connsiteX47" fmla="*/ 949921 w 2071555"/>
              <a:gd name="connsiteY47" fmla="*/ 2164878 h 2414338"/>
              <a:gd name="connsiteX48" fmla="*/ 892464 w 2071555"/>
              <a:gd name="connsiteY48" fmla="*/ 2208718 h 2414338"/>
              <a:gd name="connsiteX49" fmla="*/ 888816 w 2071555"/>
              <a:gd name="connsiteY49" fmla="*/ 2210948 h 2414338"/>
              <a:gd name="connsiteX50" fmla="*/ 885728 w 2071555"/>
              <a:gd name="connsiteY50" fmla="*/ 2213276 h 2414338"/>
              <a:gd name="connsiteX51" fmla="*/ 825107 w 2071555"/>
              <a:gd name="connsiteY51" fmla="*/ 2249894 h 2414338"/>
              <a:gd name="connsiteX52" fmla="*/ 774306 w 2071555"/>
              <a:gd name="connsiteY52" fmla="*/ 2280949 h 2414338"/>
              <a:gd name="connsiteX53" fmla="*/ 771591 w 2071555"/>
              <a:gd name="connsiteY53" fmla="*/ 2282220 h 2414338"/>
              <a:gd name="connsiteX54" fmla="*/ 767982 w 2071555"/>
              <a:gd name="connsiteY54" fmla="*/ 2284400 h 2414338"/>
              <a:gd name="connsiteX55" fmla="*/ 680390 w 2071555"/>
              <a:gd name="connsiteY55" fmla="*/ 2324911 h 2414338"/>
              <a:gd name="connsiteX56" fmla="*/ 651982 w 2071555"/>
              <a:gd name="connsiteY56" fmla="*/ 2338209 h 2414338"/>
              <a:gd name="connsiteX57" fmla="*/ 650774 w 2071555"/>
              <a:gd name="connsiteY57" fmla="*/ 2338608 h 2414338"/>
              <a:gd name="connsiteX58" fmla="*/ 646435 w 2071555"/>
              <a:gd name="connsiteY58" fmla="*/ 2340615 h 2414338"/>
              <a:gd name="connsiteX59" fmla="*/ 264588 w 2071555"/>
              <a:gd name="connsiteY59" fmla="*/ 2414337 h 2414338"/>
              <a:gd name="connsiteX60" fmla="*/ 259641 w 2071555"/>
              <a:gd name="connsiteY60" fmla="*/ 2413955 h 2414338"/>
              <a:gd name="connsiteX61" fmla="*/ 0 w 2071555"/>
              <a:gd name="connsiteY61" fmla="*/ 2413955 h 2414338"/>
              <a:gd name="connsiteX62" fmla="*/ 0 w 2071555"/>
              <a:gd name="connsiteY62" fmla="*/ 2354642 h 2414338"/>
              <a:gd name="connsiteX63" fmla="*/ 71859 w 2071555"/>
              <a:gd name="connsiteY63" fmla="*/ 2328373 h 2414338"/>
              <a:gd name="connsiteX64" fmla="*/ 174064 w 2071555"/>
              <a:gd name="connsiteY64" fmla="*/ 2278842 h 2414338"/>
              <a:gd name="connsiteX65" fmla="*/ 207110 w 2071555"/>
              <a:gd name="connsiteY65" fmla="*/ 2259128 h 2414338"/>
              <a:gd name="connsiteX66" fmla="*/ 273120 w 2071555"/>
              <a:gd name="connsiteY66" fmla="*/ 2218970 h 2414338"/>
              <a:gd name="connsiteX67" fmla="*/ 311311 w 2071555"/>
              <a:gd name="connsiteY67" fmla="*/ 2191565 h 2414338"/>
              <a:gd name="connsiteX68" fmla="*/ 368764 w 2071555"/>
              <a:gd name="connsiteY68" fmla="*/ 2149143 h 2414338"/>
              <a:gd name="connsiteX69" fmla="*/ 408017 w 2071555"/>
              <a:gd name="connsiteY69" fmla="*/ 2115952 h 2414338"/>
              <a:gd name="connsiteX70" fmla="*/ 460733 w 2071555"/>
              <a:gd name="connsiteY70" fmla="*/ 2069742 h 2414338"/>
              <a:gd name="connsiteX71" fmla="*/ 499603 w 2071555"/>
              <a:gd name="connsiteY71" fmla="*/ 2031558 h 2414338"/>
              <a:gd name="connsiteX72" fmla="*/ 548764 w 2071555"/>
              <a:gd name="connsiteY72" fmla="*/ 1981147 h 2414338"/>
              <a:gd name="connsiteX73" fmla="*/ 586523 w 2071555"/>
              <a:gd name="connsiteY73" fmla="*/ 1938465 h 2414338"/>
              <a:gd name="connsiteX74" fmla="*/ 632596 w 2071555"/>
              <a:gd name="connsiteY74" fmla="*/ 1883730 h 2414338"/>
              <a:gd name="connsiteX75" fmla="*/ 668791 w 2071555"/>
              <a:gd name="connsiteY75" fmla="*/ 1836944 h 2414338"/>
              <a:gd name="connsiteX76" fmla="*/ 711970 w 2071555"/>
              <a:gd name="connsiteY76" fmla="*/ 1777858 h 2414338"/>
              <a:gd name="connsiteX77" fmla="*/ 746269 w 2071555"/>
              <a:gd name="connsiteY77" fmla="*/ 1727326 h 2414338"/>
              <a:gd name="connsiteX78" fmla="*/ 776519 w 2071555"/>
              <a:gd name="connsiteY78" fmla="*/ 1679771 h 2414338"/>
              <a:gd name="connsiteX79" fmla="*/ 891667 w 2071555"/>
              <a:gd name="connsiteY79" fmla="*/ 1473531 h 2414338"/>
              <a:gd name="connsiteX80" fmla="*/ 908064 w 2071555"/>
              <a:gd name="connsiteY80" fmla="*/ 1439373 h 2414338"/>
              <a:gd name="connsiteX81" fmla="*/ 1003625 w 2071555"/>
              <a:gd name="connsiteY81" fmla="*/ 1214778 h 2414338"/>
              <a:gd name="connsiteX82" fmla="*/ 1066956 w 2071555"/>
              <a:gd name="connsiteY82" fmla="*/ 1019005 h 2414338"/>
              <a:gd name="connsiteX83" fmla="*/ 1097896 w 2071555"/>
              <a:gd name="connsiteY83" fmla="*/ 920131 h 2414338"/>
              <a:gd name="connsiteX84" fmla="*/ 1166321 w 2071555"/>
              <a:gd name="connsiteY84" fmla="*/ 603489 h 2414338"/>
              <a:gd name="connsiteX85" fmla="*/ 864577 w 2071555"/>
              <a:gd name="connsiteY85" fmla="*/ 603489 h 241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2071555" h="2414338">
                <a:moveTo>
                  <a:pt x="16366" y="2380174"/>
                </a:moveTo>
                <a:lnTo>
                  <a:pt x="84552" y="2396339"/>
                </a:lnTo>
                <a:lnTo>
                  <a:pt x="106286" y="2401492"/>
                </a:lnTo>
                <a:lnTo>
                  <a:pt x="110624" y="2401832"/>
                </a:lnTo>
                <a:close/>
                <a:moveTo>
                  <a:pt x="1517411" y="0"/>
                </a:moveTo>
                <a:lnTo>
                  <a:pt x="2071555" y="603489"/>
                </a:lnTo>
                <a:lnTo>
                  <a:pt x="1769810" y="603489"/>
                </a:lnTo>
                <a:lnTo>
                  <a:pt x="1769800" y="603539"/>
                </a:lnTo>
                <a:lnTo>
                  <a:pt x="1731503" y="799461"/>
                </a:lnTo>
                <a:lnTo>
                  <a:pt x="1731271" y="800368"/>
                </a:lnTo>
                <a:lnTo>
                  <a:pt x="1730857" y="802483"/>
                </a:lnTo>
                <a:lnTo>
                  <a:pt x="1697711" y="931296"/>
                </a:lnTo>
                <a:lnTo>
                  <a:pt x="1683360" y="987286"/>
                </a:lnTo>
                <a:lnTo>
                  <a:pt x="1683078" y="988161"/>
                </a:lnTo>
                <a:lnTo>
                  <a:pt x="1681939" y="992589"/>
                </a:lnTo>
                <a:lnTo>
                  <a:pt x="1633416" y="1142907"/>
                </a:lnTo>
                <a:lnTo>
                  <a:pt x="1625894" y="1166343"/>
                </a:lnTo>
                <a:lnTo>
                  <a:pt x="1625641" y="1166990"/>
                </a:lnTo>
                <a:lnTo>
                  <a:pt x="1623617" y="1173260"/>
                </a:lnTo>
                <a:lnTo>
                  <a:pt x="1566089" y="1319456"/>
                </a:lnTo>
                <a:lnTo>
                  <a:pt x="1559623" y="1336011"/>
                </a:lnTo>
                <a:lnTo>
                  <a:pt x="1559317" y="1336666"/>
                </a:lnTo>
                <a:lnTo>
                  <a:pt x="1556452" y="1343948"/>
                </a:lnTo>
                <a:lnTo>
                  <a:pt x="1494814" y="1474788"/>
                </a:lnTo>
                <a:lnTo>
                  <a:pt x="1485061" y="1495672"/>
                </a:lnTo>
                <a:lnTo>
                  <a:pt x="1484481" y="1496722"/>
                </a:lnTo>
                <a:lnTo>
                  <a:pt x="1481002" y="1504106"/>
                </a:lnTo>
                <a:lnTo>
                  <a:pt x="1419201" y="1614881"/>
                </a:lnTo>
                <a:lnTo>
                  <a:pt x="1402724" y="1644704"/>
                </a:lnTo>
                <a:lnTo>
                  <a:pt x="1401585" y="1646455"/>
                </a:lnTo>
                <a:lnTo>
                  <a:pt x="1397830" y="1653187"/>
                </a:lnTo>
                <a:lnTo>
                  <a:pt x="1338825" y="1742970"/>
                </a:lnTo>
                <a:lnTo>
                  <a:pt x="1313128" y="1782486"/>
                </a:lnTo>
                <a:lnTo>
                  <a:pt x="1311188" y="1785022"/>
                </a:lnTo>
                <a:lnTo>
                  <a:pt x="1307494" y="1790643"/>
                </a:lnTo>
                <a:lnTo>
                  <a:pt x="1253024" y="1861041"/>
                </a:lnTo>
                <a:lnTo>
                  <a:pt x="1216789" y="1908399"/>
                </a:lnTo>
                <a:lnTo>
                  <a:pt x="1213962" y="1911526"/>
                </a:lnTo>
                <a:lnTo>
                  <a:pt x="1210556" y="1915928"/>
                </a:lnTo>
                <a:lnTo>
                  <a:pt x="1160787" y="1970329"/>
                </a:lnTo>
                <a:lnTo>
                  <a:pt x="1114221" y="2021823"/>
                </a:lnTo>
                <a:lnTo>
                  <a:pt x="1110654" y="2025128"/>
                </a:lnTo>
                <a:lnTo>
                  <a:pt x="1107575" y="2028493"/>
                </a:lnTo>
                <a:lnTo>
                  <a:pt x="1060559" y="2071537"/>
                </a:lnTo>
                <a:lnTo>
                  <a:pt x="1005941" y="2122135"/>
                </a:lnTo>
                <a:lnTo>
                  <a:pt x="1002034" y="2125117"/>
                </a:lnTo>
                <a:lnTo>
                  <a:pt x="999112" y="2127791"/>
                </a:lnTo>
                <a:lnTo>
                  <a:pt x="949921" y="2164878"/>
                </a:lnTo>
                <a:lnTo>
                  <a:pt x="892464" y="2208718"/>
                </a:lnTo>
                <a:lnTo>
                  <a:pt x="888816" y="2210948"/>
                </a:lnTo>
                <a:lnTo>
                  <a:pt x="885728" y="2213276"/>
                </a:lnTo>
                <a:lnTo>
                  <a:pt x="825107" y="2249894"/>
                </a:lnTo>
                <a:lnTo>
                  <a:pt x="774306" y="2280949"/>
                </a:lnTo>
                <a:lnTo>
                  <a:pt x="771591" y="2282220"/>
                </a:lnTo>
                <a:lnTo>
                  <a:pt x="767982" y="2284400"/>
                </a:lnTo>
                <a:lnTo>
                  <a:pt x="680390" y="2324911"/>
                </a:lnTo>
                <a:lnTo>
                  <a:pt x="651982" y="2338209"/>
                </a:lnTo>
                <a:lnTo>
                  <a:pt x="650774" y="2338608"/>
                </a:lnTo>
                <a:lnTo>
                  <a:pt x="646435" y="2340615"/>
                </a:lnTo>
                <a:cubicBezTo>
                  <a:pt x="523173" y="2389194"/>
                  <a:pt x="395051" y="2414589"/>
                  <a:pt x="264588" y="2414337"/>
                </a:cubicBezTo>
                <a:lnTo>
                  <a:pt x="259641" y="2413955"/>
                </a:lnTo>
                <a:lnTo>
                  <a:pt x="0" y="2413955"/>
                </a:lnTo>
                <a:lnTo>
                  <a:pt x="0" y="2354642"/>
                </a:lnTo>
                <a:lnTo>
                  <a:pt x="71859" y="2328373"/>
                </a:lnTo>
                <a:lnTo>
                  <a:pt x="174064" y="2278842"/>
                </a:lnTo>
                <a:lnTo>
                  <a:pt x="207110" y="2259128"/>
                </a:lnTo>
                <a:lnTo>
                  <a:pt x="273120" y="2218970"/>
                </a:lnTo>
                <a:lnTo>
                  <a:pt x="311311" y="2191565"/>
                </a:lnTo>
                <a:lnTo>
                  <a:pt x="368764" y="2149143"/>
                </a:lnTo>
                <a:lnTo>
                  <a:pt x="408017" y="2115952"/>
                </a:lnTo>
                <a:lnTo>
                  <a:pt x="460733" y="2069742"/>
                </a:lnTo>
                <a:lnTo>
                  <a:pt x="499603" y="2031558"/>
                </a:lnTo>
                <a:lnTo>
                  <a:pt x="548764" y="1981147"/>
                </a:lnTo>
                <a:lnTo>
                  <a:pt x="586523" y="1938465"/>
                </a:lnTo>
                <a:lnTo>
                  <a:pt x="632596" y="1883730"/>
                </a:lnTo>
                <a:lnTo>
                  <a:pt x="668791" y="1836944"/>
                </a:lnTo>
                <a:lnTo>
                  <a:pt x="711970" y="1777858"/>
                </a:lnTo>
                <a:lnTo>
                  <a:pt x="746269" y="1727326"/>
                </a:lnTo>
                <a:lnTo>
                  <a:pt x="776519" y="1679771"/>
                </a:lnTo>
                <a:lnTo>
                  <a:pt x="891667" y="1473531"/>
                </a:lnTo>
                <a:lnTo>
                  <a:pt x="908064" y="1439373"/>
                </a:lnTo>
                <a:lnTo>
                  <a:pt x="1003625" y="1214778"/>
                </a:lnTo>
                <a:lnTo>
                  <a:pt x="1066956" y="1019005"/>
                </a:lnTo>
                <a:lnTo>
                  <a:pt x="1097896" y="920131"/>
                </a:lnTo>
                <a:lnTo>
                  <a:pt x="1166321" y="603489"/>
                </a:lnTo>
                <a:lnTo>
                  <a:pt x="864577" y="6034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451B7AC4-4C7D-7A84-A06D-B154214D8588}"/>
              </a:ext>
            </a:extLst>
          </p:cNvPr>
          <p:cNvSpPr/>
          <p:nvPr/>
        </p:nvSpPr>
        <p:spPr>
          <a:xfrm rot="20524211">
            <a:off x="3961523" y="3360789"/>
            <a:ext cx="662977" cy="772680"/>
          </a:xfrm>
          <a:custGeom>
            <a:avLst/>
            <a:gdLst>
              <a:gd name="connsiteX0" fmla="*/ 16366 w 2071555"/>
              <a:gd name="connsiteY0" fmla="*/ 2380174 h 2414338"/>
              <a:gd name="connsiteX1" fmla="*/ 84552 w 2071555"/>
              <a:gd name="connsiteY1" fmla="*/ 2396339 h 2414338"/>
              <a:gd name="connsiteX2" fmla="*/ 106286 w 2071555"/>
              <a:gd name="connsiteY2" fmla="*/ 2401492 h 2414338"/>
              <a:gd name="connsiteX3" fmla="*/ 110624 w 2071555"/>
              <a:gd name="connsiteY3" fmla="*/ 2401832 h 2414338"/>
              <a:gd name="connsiteX4" fmla="*/ 1517411 w 2071555"/>
              <a:gd name="connsiteY4" fmla="*/ 0 h 2414338"/>
              <a:gd name="connsiteX5" fmla="*/ 2071555 w 2071555"/>
              <a:gd name="connsiteY5" fmla="*/ 603489 h 2414338"/>
              <a:gd name="connsiteX6" fmla="*/ 1769810 w 2071555"/>
              <a:gd name="connsiteY6" fmla="*/ 603489 h 2414338"/>
              <a:gd name="connsiteX7" fmla="*/ 1769800 w 2071555"/>
              <a:gd name="connsiteY7" fmla="*/ 603539 h 2414338"/>
              <a:gd name="connsiteX8" fmla="*/ 1731503 w 2071555"/>
              <a:gd name="connsiteY8" fmla="*/ 799461 h 2414338"/>
              <a:gd name="connsiteX9" fmla="*/ 1731271 w 2071555"/>
              <a:gd name="connsiteY9" fmla="*/ 800368 h 2414338"/>
              <a:gd name="connsiteX10" fmla="*/ 1730857 w 2071555"/>
              <a:gd name="connsiteY10" fmla="*/ 802483 h 2414338"/>
              <a:gd name="connsiteX11" fmla="*/ 1697711 w 2071555"/>
              <a:gd name="connsiteY11" fmla="*/ 931296 h 2414338"/>
              <a:gd name="connsiteX12" fmla="*/ 1683360 w 2071555"/>
              <a:gd name="connsiteY12" fmla="*/ 987286 h 2414338"/>
              <a:gd name="connsiteX13" fmla="*/ 1683078 w 2071555"/>
              <a:gd name="connsiteY13" fmla="*/ 988161 h 2414338"/>
              <a:gd name="connsiteX14" fmla="*/ 1681939 w 2071555"/>
              <a:gd name="connsiteY14" fmla="*/ 992589 h 2414338"/>
              <a:gd name="connsiteX15" fmla="*/ 1633416 w 2071555"/>
              <a:gd name="connsiteY15" fmla="*/ 1142907 h 2414338"/>
              <a:gd name="connsiteX16" fmla="*/ 1625894 w 2071555"/>
              <a:gd name="connsiteY16" fmla="*/ 1166343 h 2414338"/>
              <a:gd name="connsiteX17" fmla="*/ 1625641 w 2071555"/>
              <a:gd name="connsiteY17" fmla="*/ 1166990 h 2414338"/>
              <a:gd name="connsiteX18" fmla="*/ 1623617 w 2071555"/>
              <a:gd name="connsiteY18" fmla="*/ 1173260 h 2414338"/>
              <a:gd name="connsiteX19" fmla="*/ 1566089 w 2071555"/>
              <a:gd name="connsiteY19" fmla="*/ 1319456 h 2414338"/>
              <a:gd name="connsiteX20" fmla="*/ 1559623 w 2071555"/>
              <a:gd name="connsiteY20" fmla="*/ 1336011 h 2414338"/>
              <a:gd name="connsiteX21" fmla="*/ 1559317 w 2071555"/>
              <a:gd name="connsiteY21" fmla="*/ 1336666 h 2414338"/>
              <a:gd name="connsiteX22" fmla="*/ 1556452 w 2071555"/>
              <a:gd name="connsiteY22" fmla="*/ 1343948 h 2414338"/>
              <a:gd name="connsiteX23" fmla="*/ 1494814 w 2071555"/>
              <a:gd name="connsiteY23" fmla="*/ 1474788 h 2414338"/>
              <a:gd name="connsiteX24" fmla="*/ 1485061 w 2071555"/>
              <a:gd name="connsiteY24" fmla="*/ 1495672 h 2414338"/>
              <a:gd name="connsiteX25" fmla="*/ 1484481 w 2071555"/>
              <a:gd name="connsiteY25" fmla="*/ 1496722 h 2414338"/>
              <a:gd name="connsiteX26" fmla="*/ 1481002 w 2071555"/>
              <a:gd name="connsiteY26" fmla="*/ 1504106 h 2414338"/>
              <a:gd name="connsiteX27" fmla="*/ 1419201 w 2071555"/>
              <a:gd name="connsiteY27" fmla="*/ 1614881 h 2414338"/>
              <a:gd name="connsiteX28" fmla="*/ 1402724 w 2071555"/>
              <a:gd name="connsiteY28" fmla="*/ 1644704 h 2414338"/>
              <a:gd name="connsiteX29" fmla="*/ 1401585 w 2071555"/>
              <a:gd name="connsiteY29" fmla="*/ 1646455 h 2414338"/>
              <a:gd name="connsiteX30" fmla="*/ 1397830 w 2071555"/>
              <a:gd name="connsiteY30" fmla="*/ 1653187 h 2414338"/>
              <a:gd name="connsiteX31" fmla="*/ 1338825 w 2071555"/>
              <a:gd name="connsiteY31" fmla="*/ 1742970 h 2414338"/>
              <a:gd name="connsiteX32" fmla="*/ 1313128 w 2071555"/>
              <a:gd name="connsiteY32" fmla="*/ 1782486 h 2414338"/>
              <a:gd name="connsiteX33" fmla="*/ 1311188 w 2071555"/>
              <a:gd name="connsiteY33" fmla="*/ 1785022 h 2414338"/>
              <a:gd name="connsiteX34" fmla="*/ 1307494 w 2071555"/>
              <a:gd name="connsiteY34" fmla="*/ 1790643 h 2414338"/>
              <a:gd name="connsiteX35" fmla="*/ 1253024 w 2071555"/>
              <a:gd name="connsiteY35" fmla="*/ 1861041 h 2414338"/>
              <a:gd name="connsiteX36" fmla="*/ 1216789 w 2071555"/>
              <a:gd name="connsiteY36" fmla="*/ 1908399 h 2414338"/>
              <a:gd name="connsiteX37" fmla="*/ 1213962 w 2071555"/>
              <a:gd name="connsiteY37" fmla="*/ 1911526 h 2414338"/>
              <a:gd name="connsiteX38" fmla="*/ 1210556 w 2071555"/>
              <a:gd name="connsiteY38" fmla="*/ 1915928 h 2414338"/>
              <a:gd name="connsiteX39" fmla="*/ 1160787 w 2071555"/>
              <a:gd name="connsiteY39" fmla="*/ 1970329 h 2414338"/>
              <a:gd name="connsiteX40" fmla="*/ 1114221 w 2071555"/>
              <a:gd name="connsiteY40" fmla="*/ 2021823 h 2414338"/>
              <a:gd name="connsiteX41" fmla="*/ 1110654 w 2071555"/>
              <a:gd name="connsiteY41" fmla="*/ 2025128 h 2414338"/>
              <a:gd name="connsiteX42" fmla="*/ 1107575 w 2071555"/>
              <a:gd name="connsiteY42" fmla="*/ 2028493 h 2414338"/>
              <a:gd name="connsiteX43" fmla="*/ 1060559 w 2071555"/>
              <a:gd name="connsiteY43" fmla="*/ 2071537 h 2414338"/>
              <a:gd name="connsiteX44" fmla="*/ 1005941 w 2071555"/>
              <a:gd name="connsiteY44" fmla="*/ 2122135 h 2414338"/>
              <a:gd name="connsiteX45" fmla="*/ 1002034 w 2071555"/>
              <a:gd name="connsiteY45" fmla="*/ 2125117 h 2414338"/>
              <a:gd name="connsiteX46" fmla="*/ 999112 w 2071555"/>
              <a:gd name="connsiteY46" fmla="*/ 2127791 h 2414338"/>
              <a:gd name="connsiteX47" fmla="*/ 949921 w 2071555"/>
              <a:gd name="connsiteY47" fmla="*/ 2164878 h 2414338"/>
              <a:gd name="connsiteX48" fmla="*/ 892464 w 2071555"/>
              <a:gd name="connsiteY48" fmla="*/ 2208718 h 2414338"/>
              <a:gd name="connsiteX49" fmla="*/ 888816 w 2071555"/>
              <a:gd name="connsiteY49" fmla="*/ 2210948 h 2414338"/>
              <a:gd name="connsiteX50" fmla="*/ 885728 w 2071555"/>
              <a:gd name="connsiteY50" fmla="*/ 2213276 h 2414338"/>
              <a:gd name="connsiteX51" fmla="*/ 825107 w 2071555"/>
              <a:gd name="connsiteY51" fmla="*/ 2249894 h 2414338"/>
              <a:gd name="connsiteX52" fmla="*/ 774306 w 2071555"/>
              <a:gd name="connsiteY52" fmla="*/ 2280949 h 2414338"/>
              <a:gd name="connsiteX53" fmla="*/ 771591 w 2071555"/>
              <a:gd name="connsiteY53" fmla="*/ 2282220 h 2414338"/>
              <a:gd name="connsiteX54" fmla="*/ 767982 w 2071555"/>
              <a:gd name="connsiteY54" fmla="*/ 2284400 h 2414338"/>
              <a:gd name="connsiteX55" fmla="*/ 680390 w 2071555"/>
              <a:gd name="connsiteY55" fmla="*/ 2324911 h 2414338"/>
              <a:gd name="connsiteX56" fmla="*/ 651982 w 2071555"/>
              <a:gd name="connsiteY56" fmla="*/ 2338209 h 2414338"/>
              <a:gd name="connsiteX57" fmla="*/ 650774 w 2071555"/>
              <a:gd name="connsiteY57" fmla="*/ 2338608 h 2414338"/>
              <a:gd name="connsiteX58" fmla="*/ 646435 w 2071555"/>
              <a:gd name="connsiteY58" fmla="*/ 2340615 h 2414338"/>
              <a:gd name="connsiteX59" fmla="*/ 264588 w 2071555"/>
              <a:gd name="connsiteY59" fmla="*/ 2414337 h 2414338"/>
              <a:gd name="connsiteX60" fmla="*/ 259641 w 2071555"/>
              <a:gd name="connsiteY60" fmla="*/ 2413955 h 2414338"/>
              <a:gd name="connsiteX61" fmla="*/ 0 w 2071555"/>
              <a:gd name="connsiteY61" fmla="*/ 2413955 h 2414338"/>
              <a:gd name="connsiteX62" fmla="*/ 0 w 2071555"/>
              <a:gd name="connsiteY62" fmla="*/ 2354642 h 2414338"/>
              <a:gd name="connsiteX63" fmla="*/ 71859 w 2071555"/>
              <a:gd name="connsiteY63" fmla="*/ 2328373 h 2414338"/>
              <a:gd name="connsiteX64" fmla="*/ 174064 w 2071555"/>
              <a:gd name="connsiteY64" fmla="*/ 2278842 h 2414338"/>
              <a:gd name="connsiteX65" fmla="*/ 207110 w 2071555"/>
              <a:gd name="connsiteY65" fmla="*/ 2259128 h 2414338"/>
              <a:gd name="connsiteX66" fmla="*/ 273120 w 2071555"/>
              <a:gd name="connsiteY66" fmla="*/ 2218970 h 2414338"/>
              <a:gd name="connsiteX67" fmla="*/ 311311 w 2071555"/>
              <a:gd name="connsiteY67" fmla="*/ 2191565 h 2414338"/>
              <a:gd name="connsiteX68" fmla="*/ 368764 w 2071555"/>
              <a:gd name="connsiteY68" fmla="*/ 2149143 h 2414338"/>
              <a:gd name="connsiteX69" fmla="*/ 408017 w 2071555"/>
              <a:gd name="connsiteY69" fmla="*/ 2115952 h 2414338"/>
              <a:gd name="connsiteX70" fmla="*/ 460733 w 2071555"/>
              <a:gd name="connsiteY70" fmla="*/ 2069742 h 2414338"/>
              <a:gd name="connsiteX71" fmla="*/ 499603 w 2071555"/>
              <a:gd name="connsiteY71" fmla="*/ 2031558 h 2414338"/>
              <a:gd name="connsiteX72" fmla="*/ 548764 w 2071555"/>
              <a:gd name="connsiteY72" fmla="*/ 1981147 h 2414338"/>
              <a:gd name="connsiteX73" fmla="*/ 586523 w 2071555"/>
              <a:gd name="connsiteY73" fmla="*/ 1938465 h 2414338"/>
              <a:gd name="connsiteX74" fmla="*/ 632596 w 2071555"/>
              <a:gd name="connsiteY74" fmla="*/ 1883730 h 2414338"/>
              <a:gd name="connsiteX75" fmla="*/ 668791 w 2071555"/>
              <a:gd name="connsiteY75" fmla="*/ 1836944 h 2414338"/>
              <a:gd name="connsiteX76" fmla="*/ 711970 w 2071555"/>
              <a:gd name="connsiteY76" fmla="*/ 1777858 h 2414338"/>
              <a:gd name="connsiteX77" fmla="*/ 746269 w 2071555"/>
              <a:gd name="connsiteY77" fmla="*/ 1727326 h 2414338"/>
              <a:gd name="connsiteX78" fmla="*/ 776519 w 2071555"/>
              <a:gd name="connsiteY78" fmla="*/ 1679771 h 2414338"/>
              <a:gd name="connsiteX79" fmla="*/ 891667 w 2071555"/>
              <a:gd name="connsiteY79" fmla="*/ 1473531 h 2414338"/>
              <a:gd name="connsiteX80" fmla="*/ 908064 w 2071555"/>
              <a:gd name="connsiteY80" fmla="*/ 1439373 h 2414338"/>
              <a:gd name="connsiteX81" fmla="*/ 1003625 w 2071555"/>
              <a:gd name="connsiteY81" fmla="*/ 1214778 h 2414338"/>
              <a:gd name="connsiteX82" fmla="*/ 1066956 w 2071555"/>
              <a:gd name="connsiteY82" fmla="*/ 1019005 h 2414338"/>
              <a:gd name="connsiteX83" fmla="*/ 1097896 w 2071555"/>
              <a:gd name="connsiteY83" fmla="*/ 920131 h 2414338"/>
              <a:gd name="connsiteX84" fmla="*/ 1166321 w 2071555"/>
              <a:gd name="connsiteY84" fmla="*/ 603489 h 2414338"/>
              <a:gd name="connsiteX85" fmla="*/ 864577 w 2071555"/>
              <a:gd name="connsiteY85" fmla="*/ 603489 h 241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2071555" h="2414338">
                <a:moveTo>
                  <a:pt x="16366" y="2380174"/>
                </a:moveTo>
                <a:lnTo>
                  <a:pt x="84552" y="2396339"/>
                </a:lnTo>
                <a:lnTo>
                  <a:pt x="106286" y="2401492"/>
                </a:lnTo>
                <a:lnTo>
                  <a:pt x="110624" y="2401832"/>
                </a:lnTo>
                <a:close/>
                <a:moveTo>
                  <a:pt x="1517411" y="0"/>
                </a:moveTo>
                <a:lnTo>
                  <a:pt x="2071555" y="603489"/>
                </a:lnTo>
                <a:lnTo>
                  <a:pt x="1769810" y="603489"/>
                </a:lnTo>
                <a:lnTo>
                  <a:pt x="1769800" y="603539"/>
                </a:lnTo>
                <a:lnTo>
                  <a:pt x="1731503" y="799461"/>
                </a:lnTo>
                <a:lnTo>
                  <a:pt x="1731271" y="800368"/>
                </a:lnTo>
                <a:lnTo>
                  <a:pt x="1730857" y="802483"/>
                </a:lnTo>
                <a:lnTo>
                  <a:pt x="1697711" y="931296"/>
                </a:lnTo>
                <a:lnTo>
                  <a:pt x="1683360" y="987286"/>
                </a:lnTo>
                <a:lnTo>
                  <a:pt x="1683078" y="988161"/>
                </a:lnTo>
                <a:lnTo>
                  <a:pt x="1681939" y="992589"/>
                </a:lnTo>
                <a:lnTo>
                  <a:pt x="1633416" y="1142907"/>
                </a:lnTo>
                <a:lnTo>
                  <a:pt x="1625894" y="1166343"/>
                </a:lnTo>
                <a:lnTo>
                  <a:pt x="1625641" y="1166990"/>
                </a:lnTo>
                <a:lnTo>
                  <a:pt x="1623617" y="1173260"/>
                </a:lnTo>
                <a:lnTo>
                  <a:pt x="1566089" y="1319456"/>
                </a:lnTo>
                <a:lnTo>
                  <a:pt x="1559623" y="1336011"/>
                </a:lnTo>
                <a:lnTo>
                  <a:pt x="1559317" y="1336666"/>
                </a:lnTo>
                <a:lnTo>
                  <a:pt x="1556452" y="1343948"/>
                </a:lnTo>
                <a:lnTo>
                  <a:pt x="1494814" y="1474788"/>
                </a:lnTo>
                <a:lnTo>
                  <a:pt x="1485061" y="1495672"/>
                </a:lnTo>
                <a:lnTo>
                  <a:pt x="1484481" y="1496722"/>
                </a:lnTo>
                <a:lnTo>
                  <a:pt x="1481002" y="1504106"/>
                </a:lnTo>
                <a:lnTo>
                  <a:pt x="1419201" y="1614881"/>
                </a:lnTo>
                <a:lnTo>
                  <a:pt x="1402724" y="1644704"/>
                </a:lnTo>
                <a:lnTo>
                  <a:pt x="1401585" y="1646455"/>
                </a:lnTo>
                <a:lnTo>
                  <a:pt x="1397830" y="1653187"/>
                </a:lnTo>
                <a:lnTo>
                  <a:pt x="1338825" y="1742970"/>
                </a:lnTo>
                <a:lnTo>
                  <a:pt x="1313128" y="1782486"/>
                </a:lnTo>
                <a:lnTo>
                  <a:pt x="1311188" y="1785022"/>
                </a:lnTo>
                <a:lnTo>
                  <a:pt x="1307494" y="1790643"/>
                </a:lnTo>
                <a:lnTo>
                  <a:pt x="1253024" y="1861041"/>
                </a:lnTo>
                <a:lnTo>
                  <a:pt x="1216789" y="1908399"/>
                </a:lnTo>
                <a:lnTo>
                  <a:pt x="1213962" y="1911526"/>
                </a:lnTo>
                <a:lnTo>
                  <a:pt x="1210556" y="1915928"/>
                </a:lnTo>
                <a:lnTo>
                  <a:pt x="1160787" y="1970329"/>
                </a:lnTo>
                <a:lnTo>
                  <a:pt x="1114221" y="2021823"/>
                </a:lnTo>
                <a:lnTo>
                  <a:pt x="1110654" y="2025128"/>
                </a:lnTo>
                <a:lnTo>
                  <a:pt x="1107575" y="2028493"/>
                </a:lnTo>
                <a:lnTo>
                  <a:pt x="1060559" y="2071537"/>
                </a:lnTo>
                <a:lnTo>
                  <a:pt x="1005941" y="2122135"/>
                </a:lnTo>
                <a:lnTo>
                  <a:pt x="1002034" y="2125117"/>
                </a:lnTo>
                <a:lnTo>
                  <a:pt x="999112" y="2127791"/>
                </a:lnTo>
                <a:lnTo>
                  <a:pt x="949921" y="2164878"/>
                </a:lnTo>
                <a:lnTo>
                  <a:pt x="892464" y="2208718"/>
                </a:lnTo>
                <a:lnTo>
                  <a:pt x="888816" y="2210948"/>
                </a:lnTo>
                <a:lnTo>
                  <a:pt x="885728" y="2213276"/>
                </a:lnTo>
                <a:lnTo>
                  <a:pt x="825107" y="2249894"/>
                </a:lnTo>
                <a:lnTo>
                  <a:pt x="774306" y="2280949"/>
                </a:lnTo>
                <a:lnTo>
                  <a:pt x="771591" y="2282220"/>
                </a:lnTo>
                <a:lnTo>
                  <a:pt x="767982" y="2284400"/>
                </a:lnTo>
                <a:lnTo>
                  <a:pt x="680390" y="2324911"/>
                </a:lnTo>
                <a:lnTo>
                  <a:pt x="651982" y="2338209"/>
                </a:lnTo>
                <a:lnTo>
                  <a:pt x="650774" y="2338608"/>
                </a:lnTo>
                <a:lnTo>
                  <a:pt x="646435" y="2340615"/>
                </a:lnTo>
                <a:cubicBezTo>
                  <a:pt x="523173" y="2389194"/>
                  <a:pt x="395051" y="2414589"/>
                  <a:pt x="264588" y="2414337"/>
                </a:cubicBezTo>
                <a:lnTo>
                  <a:pt x="259641" y="2413955"/>
                </a:lnTo>
                <a:lnTo>
                  <a:pt x="0" y="2413955"/>
                </a:lnTo>
                <a:lnTo>
                  <a:pt x="0" y="2354642"/>
                </a:lnTo>
                <a:lnTo>
                  <a:pt x="71859" y="2328373"/>
                </a:lnTo>
                <a:lnTo>
                  <a:pt x="174064" y="2278842"/>
                </a:lnTo>
                <a:lnTo>
                  <a:pt x="207110" y="2259128"/>
                </a:lnTo>
                <a:lnTo>
                  <a:pt x="273120" y="2218970"/>
                </a:lnTo>
                <a:lnTo>
                  <a:pt x="311311" y="2191565"/>
                </a:lnTo>
                <a:lnTo>
                  <a:pt x="368764" y="2149143"/>
                </a:lnTo>
                <a:lnTo>
                  <a:pt x="408017" y="2115952"/>
                </a:lnTo>
                <a:lnTo>
                  <a:pt x="460733" y="2069742"/>
                </a:lnTo>
                <a:lnTo>
                  <a:pt x="499603" y="2031558"/>
                </a:lnTo>
                <a:lnTo>
                  <a:pt x="548764" y="1981147"/>
                </a:lnTo>
                <a:lnTo>
                  <a:pt x="586523" y="1938465"/>
                </a:lnTo>
                <a:lnTo>
                  <a:pt x="632596" y="1883730"/>
                </a:lnTo>
                <a:lnTo>
                  <a:pt x="668791" y="1836944"/>
                </a:lnTo>
                <a:lnTo>
                  <a:pt x="711970" y="1777858"/>
                </a:lnTo>
                <a:lnTo>
                  <a:pt x="746269" y="1727326"/>
                </a:lnTo>
                <a:lnTo>
                  <a:pt x="776519" y="1679771"/>
                </a:lnTo>
                <a:lnTo>
                  <a:pt x="891667" y="1473531"/>
                </a:lnTo>
                <a:lnTo>
                  <a:pt x="908064" y="1439373"/>
                </a:lnTo>
                <a:lnTo>
                  <a:pt x="1003625" y="1214778"/>
                </a:lnTo>
                <a:lnTo>
                  <a:pt x="1066956" y="1019005"/>
                </a:lnTo>
                <a:lnTo>
                  <a:pt x="1097896" y="920131"/>
                </a:lnTo>
                <a:lnTo>
                  <a:pt x="1166321" y="603489"/>
                </a:lnTo>
                <a:lnTo>
                  <a:pt x="864577" y="6034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2B88414-5870-19CE-4826-7BA80879BB45}"/>
              </a:ext>
            </a:extLst>
          </p:cNvPr>
          <p:cNvSpPr txBox="1"/>
          <p:nvPr/>
        </p:nvSpPr>
        <p:spPr>
          <a:xfrm>
            <a:off x="4634456" y="3223909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-</a:t>
            </a:r>
            <a:endParaRPr kumimoji="1" lang="ja-JP" altLang="en-US" sz="2800">
              <a:solidFill>
                <a:srgbClr val="FF0000"/>
              </a:solidFill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D70D2C8-CEBC-5BCE-BF0C-09333CD3265D}"/>
              </a:ext>
            </a:extLst>
          </p:cNvPr>
          <p:cNvSpPr txBox="1"/>
          <p:nvPr/>
        </p:nvSpPr>
        <p:spPr>
          <a:xfrm>
            <a:off x="562225" y="1204388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rgbClr val="0070C0"/>
                </a:solidFill>
              </a:rPr>
              <a:t>+</a:t>
            </a:r>
            <a:endParaRPr kumimoji="1" lang="ja-JP" altLang="en-US" sz="2800" b="1">
              <a:solidFill>
                <a:srgbClr val="0070C0"/>
              </a:solidFill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E72D33C-1BAE-E1F4-DF9C-A1C89511DAC3}"/>
              </a:ext>
            </a:extLst>
          </p:cNvPr>
          <p:cNvSpPr txBox="1"/>
          <p:nvPr/>
        </p:nvSpPr>
        <p:spPr>
          <a:xfrm>
            <a:off x="2737632" y="1201653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+</a:t>
            </a:r>
            <a:endParaRPr kumimoji="1" lang="ja-JP" altLang="en-US" sz="280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A8A7837-F3D8-EF82-6666-8748C9E075EC}"/>
              </a:ext>
            </a:extLst>
          </p:cNvPr>
          <p:cNvSpPr txBox="1"/>
          <p:nvPr/>
        </p:nvSpPr>
        <p:spPr>
          <a:xfrm>
            <a:off x="2737632" y="3931552"/>
            <a:ext cx="121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-</a:t>
            </a:r>
            <a:endParaRPr kumimoji="1" lang="ja-JP" altLang="en-US" sz="2800">
              <a:solidFill>
                <a:srgbClr val="FF0000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DB1938B-8338-F42A-0B22-D1BCDEC3A38C}"/>
              </a:ext>
            </a:extLst>
          </p:cNvPr>
          <p:cNvSpPr txBox="1"/>
          <p:nvPr/>
        </p:nvSpPr>
        <p:spPr>
          <a:xfrm>
            <a:off x="1378149" y="4533920"/>
            <a:ext cx="100316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ハム子を</a:t>
            </a:r>
            <a:r>
              <a:rPr kumimoji="1" lang="ja-JP" altLang="en-US" sz="2000" b="1"/>
              <a:t>左</a:t>
            </a:r>
            <a:r>
              <a:rPr kumimoji="1" lang="ja-JP" altLang="en-US" sz="2000"/>
              <a:t>にうごかしたい ⇒ スマホの</a:t>
            </a:r>
            <a:r>
              <a:rPr kumimoji="1" lang="ja-JP" altLang="en-US" sz="2000" b="1"/>
              <a:t>右側</a:t>
            </a:r>
            <a:r>
              <a:rPr kumimoji="1" lang="ja-JP" altLang="en-US" sz="2000"/>
              <a:t>を持ち上げる ⇒ 加速度</a:t>
            </a:r>
            <a:r>
              <a:rPr kumimoji="1" lang="ja-JP" altLang="en-US" sz="2000" b="1">
                <a:solidFill>
                  <a:srgbClr val="0070C0"/>
                </a:solidFill>
              </a:rPr>
              <a:t>＋値</a:t>
            </a:r>
            <a:r>
              <a:rPr kumimoji="1" lang="ja-JP" altLang="en-US" sz="2000"/>
              <a:t> ⇒ </a:t>
            </a:r>
            <a:r>
              <a:rPr kumimoji="1" lang="en-US" altLang="ja-JP" sz="2000" dirty="0"/>
              <a:t>X</a:t>
            </a:r>
            <a:r>
              <a:rPr kumimoji="1" lang="ja-JP" altLang="en-US" sz="2000"/>
              <a:t>座標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-</a:t>
            </a:r>
            <a:r>
              <a:rPr kumimoji="1" lang="ja-JP" altLang="en-US" sz="2000" b="1">
                <a:solidFill>
                  <a:srgbClr val="FF0000"/>
                </a:solidFill>
              </a:rPr>
              <a:t>方向</a:t>
            </a:r>
            <a:r>
              <a:rPr kumimoji="1" lang="ja-JP" altLang="en-US" sz="2000"/>
              <a:t> </a:t>
            </a:r>
            <a:endParaRPr kumimoji="1" lang="en-US" altLang="ja-JP" sz="2000" dirty="0"/>
          </a:p>
          <a:p>
            <a:r>
              <a:rPr kumimoji="1" lang="ja-JP" altLang="en-US" sz="2000"/>
              <a:t>ハム子を</a:t>
            </a:r>
            <a:r>
              <a:rPr kumimoji="1" lang="ja-JP" altLang="en-US" sz="2000" b="1"/>
              <a:t>下</a:t>
            </a:r>
            <a:r>
              <a:rPr kumimoji="1" lang="ja-JP" altLang="en-US" sz="2000"/>
              <a:t>にうごかしたい ⇒ スマホの</a:t>
            </a:r>
            <a:r>
              <a:rPr kumimoji="1" lang="ja-JP" altLang="en-US" sz="2000" b="1"/>
              <a:t>上側</a:t>
            </a:r>
            <a:r>
              <a:rPr kumimoji="1" lang="ja-JP" altLang="en-US" sz="2000"/>
              <a:t>を持ち上げる ⇒ 加速度</a:t>
            </a:r>
            <a:r>
              <a:rPr kumimoji="1" lang="ja-JP" altLang="en-US" sz="2000" b="1">
                <a:solidFill>
                  <a:srgbClr val="0070C0"/>
                </a:solidFill>
              </a:rPr>
              <a:t>＋値</a:t>
            </a:r>
            <a:r>
              <a:rPr kumimoji="1" lang="ja-JP" altLang="en-US" sz="2000"/>
              <a:t> ⇒ </a:t>
            </a:r>
            <a:r>
              <a:rPr kumimoji="1" lang="en-US" altLang="ja-JP" sz="2000" dirty="0"/>
              <a:t>Y</a:t>
            </a:r>
            <a:r>
              <a:rPr kumimoji="1" lang="ja-JP" altLang="en-US" sz="2000"/>
              <a:t>座標</a:t>
            </a:r>
            <a:r>
              <a:rPr kumimoji="1" lang="en-US" altLang="ja-JP" sz="2000" b="1" dirty="0">
                <a:solidFill>
                  <a:srgbClr val="0070C0"/>
                </a:solidFill>
              </a:rPr>
              <a:t>+</a:t>
            </a:r>
            <a:r>
              <a:rPr kumimoji="1" lang="ja-JP" altLang="en-US" sz="2000" b="1">
                <a:solidFill>
                  <a:srgbClr val="0070C0"/>
                </a:solidFill>
              </a:rPr>
              <a:t>方向</a:t>
            </a:r>
            <a:endParaRPr kumimoji="1" lang="en-US" altLang="ja-JP" sz="2000" b="1" dirty="0">
              <a:solidFill>
                <a:srgbClr val="0070C0"/>
              </a:solidFill>
            </a:endParaRPr>
          </a:p>
          <a:p>
            <a:endParaRPr kumimoji="1" lang="en-US" altLang="ja-JP" sz="2000" b="1" dirty="0">
              <a:solidFill>
                <a:srgbClr val="0070C0"/>
              </a:solidFill>
            </a:endParaRPr>
          </a:p>
          <a:p>
            <a:r>
              <a:rPr kumimoji="1" lang="ja-JP" altLang="en-US" sz="2400" b="1"/>
              <a:t>加速度の正負と座標の正負の対応が</a:t>
            </a:r>
            <a:r>
              <a:rPr kumimoji="1" lang="en-US" altLang="ja-JP" sz="2400" b="1" dirty="0"/>
              <a:t>X</a:t>
            </a:r>
            <a:r>
              <a:rPr kumimoji="1" lang="ja-JP" altLang="en-US" sz="2400" b="1"/>
              <a:t>と</a:t>
            </a:r>
            <a:r>
              <a:rPr kumimoji="1" lang="en-US" altLang="ja-JP" sz="2400" b="1" dirty="0"/>
              <a:t>Y</a:t>
            </a:r>
            <a:r>
              <a:rPr kumimoji="1" lang="ja-JP" altLang="en-US" sz="2400" b="1"/>
              <a:t>でことなるのでややこしい・・・</a:t>
            </a:r>
            <a:r>
              <a:rPr kumimoji="1" lang="ja-JP" altLang="en-US" sz="2400"/>
              <a:t> 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102DA12-A172-DEFE-3DAD-9C474AD38A0D}"/>
              </a:ext>
            </a:extLst>
          </p:cNvPr>
          <p:cNvSpPr txBox="1"/>
          <p:nvPr/>
        </p:nvSpPr>
        <p:spPr>
          <a:xfrm>
            <a:off x="9228712" y="778460"/>
            <a:ext cx="2591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Power</a:t>
            </a:r>
            <a:r>
              <a:rPr kumimoji="1" lang="ja-JP" altLang="en-US" sz="2400"/>
              <a:t> </a:t>
            </a:r>
            <a:r>
              <a:rPr kumimoji="1" lang="en-US" altLang="ja-JP" sz="2400" dirty="0"/>
              <a:t>Apps</a:t>
            </a:r>
            <a:r>
              <a:rPr kumimoji="1" lang="ja-JP" altLang="en-US" sz="2400"/>
              <a:t>の</a:t>
            </a:r>
            <a:endParaRPr kumimoji="1" lang="en-US" altLang="ja-JP" sz="2400" dirty="0"/>
          </a:p>
          <a:p>
            <a:r>
              <a:rPr kumimoji="1" lang="ja-JP" altLang="en-US" sz="2400"/>
              <a:t>座標の正負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4C9F11F-3D37-CCAE-95CC-63F4CC1D03D0}"/>
              </a:ext>
            </a:extLst>
          </p:cNvPr>
          <p:cNvSpPr txBox="1"/>
          <p:nvPr/>
        </p:nvSpPr>
        <p:spPr>
          <a:xfrm>
            <a:off x="3389095" y="774110"/>
            <a:ext cx="259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加速度の正負</a:t>
            </a:r>
          </a:p>
        </p:txBody>
      </p: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FBD1AE5A-FEA0-B4F2-D7E0-137A86297342}"/>
              </a:ext>
            </a:extLst>
          </p:cNvPr>
          <p:cNvSpPr/>
          <p:nvPr/>
        </p:nvSpPr>
        <p:spPr>
          <a:xfrm>
            <a:off x="7345679" y="4454772"/>
            <a:ext cx="3271521" cy="84996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9382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8868B014-A403-76CF-4E6A-D3A37C54B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6" y="827731"/>
            <a:ext cx="1702997" cy="540516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46DB1B0-C206-99D7-8BD6-82D6200E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ゲーム実装解説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9F83652-43B3-7DBC-7A78-52958A713C8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C657ACF-8B70-A19C-EF40-3EDAB6B6F7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401B7E0-48AB-7B0A-DF9B-2817113C88C6}"/>
              </a:ext>
            </a:extLst>
          </p:cNvPr>
          <p:cNvSpPr txBox="1"/>
          <p:nvPr/>
        </p:nvSpPr>
        <p:spPr>
          <a:xfrm>
            <a:off x="4153599" y="1374485"/>
            <a:ext cx="796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メインスクリーン： コード</a:t>
            </a:r>
            <a:r>
              <a:rPr kumimoji="1" lang="en-US" altLang="ja-JP" dirty="0"/>
              <a:t>355</a:t>
            </a:r>
            <a:r>
              <a:rPr kumimoji="1" lang="ja-JP" altLang="en-US" dirty="0"/>
              <a:t>行（自力コーディングは</a:t>
            </a:r>
            <a:r>
              <a:rPr kumimoji="1" lang="en-US" altLang="ja-JP" dirty="0"/>
              <a:t>20%</a:t>
            </a:r>
            <a:r>
              <a:rPr kumimoji="1" lang="ja-JP" altLang="en-US" dirty="0"/>
              <a:t>くらい）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F2EA573-115F-78C8-9DEA-95ABF26E0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581" y="1861087"/>
            <a:ext cx="7662936" cy="407123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右中かっこ 11">
            <a:extLst>
              <a:ext uri="{FF2B5EF4-FFF2-40B4-BE49-F238E27FC236}">
                <a16:creationId xmlns:a16="http://schemas.microsoft.com/office/drawing/2014/main" id="{6F3057BE-5319-0349-7FBF-A31B2FC6EE14}"/>
              </a:ext>
            </a:extLst>
          </p:cNvPr>
          <p:cNvSpPr/>
          <p:nvPr/>
        </p:nvSpPr>
        <p:spPr>
          <a:xfrm>
            <a:off x="1758631" y="2247737"/>
            <a:ext cx="268224" cy="7559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右中かっこ 12">
            <a:extLst>
              <a:ext uri="{FF2B5EF4-FFF2-40B4-BE49-F238E27FC236}">
                <a16:creationId xmlns:a16="http://schemas.microsoft.com/office/drawing/2014/main" id="{A161FE42-9F97-E295-436B-ACF4441ECED8}"/>
              </a:ext>
            </a:extLst>
          </p:cNvPr>
          <p:cNvSpPr/>
          <p:nvPr/>
        </p:nvSpPr>
        <p:spPr>
          <a:xfrm>
            <a:off x="1758631" y="4271609"/>
            <a:ext cx="268224" cy="4632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右中かっこ 13">
            <a:extLst>
              <a:ext uri="{FF2B5EF4-FFF2-40B4-BE49-F238E27FC236}">
                <a16:creationId xmlns:a16="http://schemas.microsoft.com/office/drawing/2014/main" id="{AC981912-34AB-480D-8FCB-E8AB73266933}"/>
              </a:ext>
            </a:extLst>
          </p:cNvPr>
          <p:cNvSpPr/>
          <p:nvPr/>
        </p:nvSpPr>
        <p:spPr>
          <a:xfrm>
            <a:off x="1758631" y="1741769"/>
            <a:ext cx="268224" cy="4450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右中かっこ 14">
            <a:extLst>
              <a:ext uri="{FF2B5EF4-FFF2-40B4-BE49-F238E27FC236}">
                <a16:creationId xmlns:a16="http://schemas.microsoft.com/office/drawing/2014/main" id="{CE1C4602-8E01-4361-BC14-2E49E0FABDE8}"/>
              </a:ext>
            </a:extLst>
          </p:cNvPr>
          <p:cNvSpPr/>
          <p:nvPr/>
        </p:nvSpPr>
        <p:spPr>
          <a:xfrm>
            <a:off x="1758631" y="4827869"/>
            <a:ext cx="268224" cy="13453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BB9BD40-1F2F-3387-BEF5-2132205EDC23}"/>
              </a:ext>
            </a:extLst>
          </p:cNvPr>
          <p:cNvSpPr txBox="1"/>
          <p:nvPr/>
        </p:nvSpPr>
        <p:spPr>
          <a:xfrm>
            <a:off x="2093911" y="5333837"/>
            <a:ext cx="2106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グラフィック</a:t>
            </a:r>
            <a:endParaRPr kumimoji="1" lang="en-US" altLang="ja-JP" sz="1600" dirty="0"/>
          </a:p>
          <a:p>
            <a:r>
              <a:rPr kumimoji="1" lang="en-US" altLang="ja-JP" sz="1600" dirty="0"/>
              <a:t>(</a:t>
            </a:r>
            <a:r>
              <a:rPr kumimoji="1" lang="ja-JP" altLang="en-US" sz="1600" dirty="0"/>
              <a:t>フィールド</a:t>
            </a:r>
            <a:r>
              <a:rPr kumimoji="1" lang="en-US" altLang="ja-JP" sz="1600" dirty="0"/>
              <a:t>/</a:t>
            </a:r>
            <a:r>
              <a:rPr kumimoji="1" lang="ja-JP" altLang="en-US" sz="1600" dirty="0"/>
              <a:t>アイテム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30DA298-9ED0-34A4-7317-7681F5C50524}"/>
              </a:ext>
            </a:extLst>
          </p:cNvPr>
          <p:cNvSpPr txBox="1"/>
          <p:nvPr/>
        </p:nvSpPr>
        <p:spPr>
          <a:xfrm>
            <a:off x="2093911" y="4359940"/>
            <a:ext cx="2106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グラフィック</a:t>
            </a:r>
            <a:endParaRPr kumimoji="1" lang="en-US" altLang="ja-JP" sz="1600" dirty="0"/>
          </a:p>
          <a:p>
            <a:r>
              <a:rPr kumimoji="1" lang="en-US" altLang="ja-JP" sz="1600" dirty="0"/>
              <a:t>(</a:t>
            </a:r>
            <a:r>
              <a:rPr kumimoji="1" lang="ja-JP" altLang="en-US" sz="1600" dirty="0"/>
              <a:t>ハム子</a:t>
            </a:r>
            <a:r>
              <a:rPr kumimoji="1" lang="en-US" altLang="ja-JP" sz="1600" dirty="0"/>
              <a:t>/</a:t>
            </a:r>
            <a:r>
              <a:rPr kumimoji="1" lang="ja-JP" altLang="en-US" sz="1600" dirty="0"/>
              <a:t>猫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B3B7B8B-922D-ABDD-DC4A-DE502364268D}"/>
              </a:ext>
            </a:extLst>
          </p:cNvPr>
          <p:cNvSpPr txBox="1"/>
          <p:nvPr/>
        </p:nvSpPr>
        <p:spPr>
          <a:xfrm>
            <a:off x="2093911" y="2446376"/>
            <a:ext cx="210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演算処理</a:t>
            </a:r>
            <a:r>
              <a:rPr kumimoji="1" lang="en-US" altLang="ja-JP" sz="1600" dirty="0"/>
              <a:t>(</a:t>
            </a:r>
            <a:r>
              <a:rPr kumimoji="1" lang="ja-JP" altLang="en-US" sz="1600" dirty="0"/>
              <a:t>タイマー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272E5C4-1FA9-F7EF-BFCE-24BC40A2D78B}"/>
              </a:ext>
            </a:extLst>
          </p:cNvPr>
          <p:cNvSpPr txBox="1"/>
          <p:nvPr/>
        </p:nvSpPr>
        <p:spPr>
          <a:xfrm>
            <a:off x="2093911" y="1794996"/>
            <a:ext cx="2106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変数設定</a:t>
            </a:r>
            <a:r>
              <a:rPr kumimoji="1" lang="en-US" altLang="ja-JP" sz="1600" dirty="0"/>
              <a:t>(</a:t>
            </a:r>
            <a:r>
              <a:rPr kumimoji="1" lang="ja-JP" altLang="en-US" sz="1600" dirty="0"/>
              <a:t>ボタン</a:t>
            </a:r>
            <a:r>
              <a:rPr kumimoji="1" lang="en-US" altLang="ja-JP" sz="1600" dirty="0"/>
              <a:t>)</a:t>
            </a:r>
            <a:endParaRPr kumimoji="1" lang="ja-JP" altLang="en-US" sz="16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3FCC7E4-861F-F43F-25CD-CABAC6BE115D}"/>
              </a:ext>
            </a:extLst>
          </p:cNvPr>
          <p:cNvSpPr txBox="1"/>
          <p:nvPr/>
        </p:nvSpPr>
        <p:spPr>
          <a:xfrm>
            <a:off x="3637857" y="753559"/>
            <a:ext cx="8328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>
                <a:solidFill>
                  <a:schemeClr val="accent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THIS</a:t>
            </a:r>
            <a:r>
              <a:rPr kumimoji="1" lang="ja-JP" altLang="en-US" sz="3200" b="1" dirty="0">
                <a:solidFill>
                  <a:schemeClr val="accent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 </a:t>
            </a:r>
            <a:r>
              <a:rPr kumimoji="1" lang="en-US" altLang="ja-JP" sz="3200" b="1" dirty="0">
                <a:solidFill>
                  <a:schemeClr val="accent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IS</a:t>
            </a:r>
            <a:r>
              <a:rPr kumimoji="1" lang="ja-JP" altLang="en-US" sz="3200" b="1" dirty="0">
                <a:solidFill>
                  <a:schemeClr val="accent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 </a:t>
            </a:r>
            <a:r>
              <a:rPr kumimoji="1" lang="en-US" altLang="ja-JP" sz="3200" b="1" dirty="0">
                <a:solidFill>
                  <a:schemeClr val="accent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Low-Code</a:t>
            </a:r>
            <a:r>
              <a:rPr kumimoji="1" lang="ja-JP" altLang="en-US" sz="3200" b="1" dirty="0">
                <a:solidFill>
                  <a:schemeClr val="accent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！ </a:t>
            </a:r>
            <a:r>
              <a:rPr kumimoji="1" lang="en-US" altLang="ja-JP" sz="3200" b="1" dirty="0">
                <a:solidFill>
                  <a:schemeClr val="accent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Do more with less</a:t>
            </a:r>
            <a:r>
              <a:rPr kumimoji="1" lang="ja-JP" altLang="en-US" sz="3200" b="1" dirty="0">
                <a:solidFill>
                  <a:schemeClr val="accent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869145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CAD216-F564-1BC9-2CFF-330A095E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変数設定</a:t>
            </a:r>
            <a:r>
              <a:rPr kumimoji="1" lang="en-US" altLang="ja-JP" dirty="0"/>
              <a:t>(</a:t>
            </a:r>
            <a:r>
              <a:rPr kumimoji="1" lang="ja-JP" altLang="en-US" dirty="0"/>
              <a:t>ボタン</a:t>
            </a:r>
            <a:r>
              <a:rPr kumimoji="1" lang="en-US" altLang="ja-JP" dirty="0"/>
              <a:t>)</a:t>
            </a:r>
            <a:r>
              <a:rPr kumimoji="1" lang="ja-JP" altLang="en-US" dirty="0"/>
              <a:t> アイテム配置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1BDC26-0FBC-78A8-373C-0F20C1F7CE3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1858D8E-3BEB-BEE8-F3AE-B111964DA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87D6A2C-AD51-DC25-F742-84030CD03E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304" y="1259930"/>
            <a:ext cx="2885198" cy="465306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BA16E18-DC95-A83E-5AD3-F1F76F358520}"/>
              </a:ext>
            </a:extLst>
          </p:cNvPr>
          <p:cNvSpPr txBox="1"/>
          <p:nvPr/>
        </p:nvSpPr>
        <p:spPr>
          <a:xfrm>
            <a:off x="629920" y="701299"/>
            <a:ext cx="8599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ハム子が回収するエサをランダムに配置（ハム子初期位置左上を除く）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51C2EC4-C2DA-B56A-7022-04FEAA02B37A}"/>
              </a:ext>
            </a:extLst>
          </p:cNvPr>
          <p:cNvSpPr txBox="1"/>
          <p:nvPr/>
        </p:nvSpPr>
        <p:spPr>
          <a:xfrm>
            <a:off x="3771264" y="1101409"/>
            <a:ext cx="6096000" cy="529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With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{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Nx: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Max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Int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i="1" dirty="0">
                <a:solidFill>
                  <a:srgbClr val="742774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ContainerGameField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.</a:t>
            </a:r>
            <a:r>
              <a:rPr lang="en-US" altLang="ja-JP" sz="1200" b="0" dirty="0">
                <a:solidFill>
                  <a:srgbClr val="36383F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Width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_ObjSize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)),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Ny: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Max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Int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i="1" dirty="0">
                <a:solidFill>
                  <a:srgbClr val="742774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ContainerGameField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.</a:t>
            </a:r>
            <a:r>
              <a:rPr lang="en-US" altLang="ja-JP" sz="1200" b="0" dirty="0">
                <a:solidFill>
                  <a:srgbClr val="36383F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Height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_ObjSize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)),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Ntake: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Min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dirty="0">
                <a:solidFill>
                  <a:srgbClr val="007C85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_IteNum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Max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Int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i="1" dirty="0">
                <a:solidFill>
                  <a:srgbClr val="742774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ContainerGameField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.</a:t>
            </a:r>
            <a:r>
              <a:rPr lang="en-US" altLang="ja-JP" sz="1200" b="0" dirty="0">
                <a:solidFill>
                  <a:srgbClr val="36383F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Width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_ObjSize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-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*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Int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i="1" dirty="0">
                <a:solidFill>
                  <a:srgbClr val="742774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ContainerGameField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.</a:t>
            </a:r>
            <a:r>
              <a:rPr lang="en-US" altLang="ja-JP" sz="1200" b="0" dirty="0">
                <a:solidFill>
                  <a:srgbClr val="36383F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Height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_ObjSize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-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)))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},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UpdateContext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({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_remainItems:</a:t>
            </a:r>
            <a:r>
              <a:rPr lang="en-US" altLang="ja-JP" sz="1200" b="0" dirty="0">
                <a:solidFill>
                  <a:srgbClr val="007C85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_IteNum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})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ClearCollect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</a:t>
            </a:r>
            <a:r>
              <a:rPr lang="en-US" altLang="ja-JP" sz="1200" b="0" dirty="0">
                <a:solidFill>
                  <a:srgbClr val="007C85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ColItemSet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</a:t>
            </a:r>
            <a:r>
              <a:rPr lang="en-US" altLang="ja-JP" sz="1200" b="0" dirty="0">
                <a:solidFill>
                  <a:srgbClr val="0072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// </a:t>
            </a:r>
            <a:r>
              <a:rPr lang="ja-JP" altLang="en-US" sz="1200" b="0" dirty="0">
                <a:solidFill>
                  <a:srgbClr val="0072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全セルを列挙 → シャッフル → 先頭</a:t>
            </a:r>
            <a:r>
              <a:rPr lang="en-US" altLang="ja-JP" sz="1200" b="0" dirty="0">
                <a:solidFill>
                  <a:srgbClr val="0072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Ntake</a:t>
            </a:r>
            <a:r>
              <a:rPr lang="ja-JP" altLang="en-US" sz="1200" b="0" dirty="0">
                <a:solidFill>
                  <a:srgbClr val="0072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件だけ</a:t>
            </a:r>
            <a:endParaRPr lang="ja-JP" altLang="en-US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ja-JP" altLang="en-US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AddColumns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FirstN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 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Shuffle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   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RemoveIf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   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AddColumns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     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Sequence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Nx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*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Ny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As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rec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      XGrid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+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RoundDown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((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rec.</a:t>
            </a:r>
            <a:r>
              <a:rPr lang="en-US" altLang="ja-JP" sz="1200" b="0" dirty="0">
                <a:solidFill>
                  <a:srgbClr val="36383F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Value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-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Ny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0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),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      YGrid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+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Mod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rec.</a:t>
            </a:r>
            <a:r>
              <a:rPr lang="en-US" altLang="ja-JP" sz="1200" b="0" dirty="0">
                <a:solidFill>
                  <a:srgbClr val="36383F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Value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-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Ny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   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),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XGrid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=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&amp;&amp;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YGrid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=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 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),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  Ntake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),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</a:t>
            </a:r>
            <a:r>
              <a:rPr lang="en-US" altLang="ja-JP" sz="1200" b="0" dirty="0">
                <a:solidFill>
                  <a:srgbClr val="0072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// </a:t>
            </a:r>
            <a:r>
              <a:rPr lang="ja-JP" altLang="en-US" sz="1200" b="0" dirty="0">
                <a:solidFill>
                  <a:srgbClr val="0072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画像選択用ランダム属性（</a:t>
            </a:r>
            <a:r>
              <a:rPr lang="en-US" altLang="ja-JP" sz="1200" b="0" dirty="0">
                <a:solidFill>
                  <a:srgbClr val="0072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ja-JP" altLang="en-US" sz="1200" b="0" dirty="0">
                <a:solidFill>
                  <a:srgbClr val="0072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～</a:t>
            </a:r>
            <a:r>
              <a:rPr lang="en-US" altLang="ja-JP" sz="1200" b="0" dirty="0">
                <a:solidFill>
                  <a:srgbClr val="0072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ja-JP" altLang="en-US" sz="1200" b="0" dirty="0">
                <a:solidFill>
                  <a:srgbClr val="0072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）</a:t>
            </a:r>
            <a:endParaRPr lang="ja-JP" altLang="en-US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ja-JP" altLang="en-US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  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RandVal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+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Mod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RoundDown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1200" b="0" dirty="0">
                <a:solidFill>
                  <a:srgbClr val="295EA3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Rand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()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*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1000000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,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0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),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B649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3</a:t>
            </a: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 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00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  </a:t>
            </a: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ja-JP" sz="1200" b="0" dirty="0">
                <a:solidFill>
                  <a:srgbClr val="656871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lang="en-US" altLang="ja-JP" sz="1200" b="0" dirty="0">
              <a:solidFill>
                <a:srgbClr val="00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012D398-232E-8B4B-1B14-7780FCC321D1}"/>
              </a:ext>
            </a:extLst>
          </p:cNvPr>
          <p:cNvSpPr txBox="1"/>
          <p:nvPr/>
        </p:nvSpPr>
        <p:spPr>
          <a:xfrm>
            <a:off x="8508989" y="1347630"/>
            <a:ext cx="2522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solidFill>
                  <a:schemeClr val="accent1"/>
                </a:solidFill>
              </a:rPr>
              <a:t>Nx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： 横方向の分割数</a:t>
            </a:r>
            <a:endParaRPr kumimoji="1" lang="en-US" altLang="ja-JP" sz="1400" b="1" dirty="0">
              <a:solidFill>
                <a:schemeClr val="accent1"/>
              </a:solidFill>
            </a:endParaRPr>
          </a:p>
          <a:p>
            <a:r>
              <a:rPr kumimoji="1" lang="en-US" altLang="ja-JP" sz="1400" b="1" dirty="0">
                <a:solidFill>
                  <a:schemeClr val="accent1"/>
                </a:solidFill>
              </a:rPr>
              <a:t>Ny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： 縦方向の分割数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332952-1CFC-B767-485F-5D6DF16D826F}"/>
              </a:ext>
            </a:extLst>
          </p:cNvPr>
          <p:cNvSpPr txBox="1"/>
          <p:nvPr/>
        </p:nvSpPr>
        <p:spPr>
          <a:xfrm>
            <a:off x="8508989" y="2009350"/>
            <a:ext cx="2522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solidFill>
                  <a:schemeClr val="accent1"/>
                </a:solidFill>
              </a:rPr>
              <a:t>Ntake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： アイテム数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508F2C9-1908-EBBF-1ED3-0A67441447E9}"/>
              </a:ext>
            </a:extLst>
          </p:cNvPr>
          <p:cNvSpPr/>
          <p:nvPr/>
        </p:nvSpPr>
        <p:spPr>
          <a:xfrm>
            <a:off x="3962400" y="2393912"/>
            <a:ext cx="3119336" cy="201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8F90F10-6BBD-35A7-F979-CB700A95264C}"/>
              </a:ext>
            </a:extLst>
          </p:cNvPr>
          <p:cNvSpPr txBox="1"/>
          <p:nvPr/>
        </p:nvSpPr>
        <p:spPr>
          <a:xfrm>
            <a:off x="6055820" y="3704940"/>
            <a:ext cx="3877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accent1"/>
                </a:solidFill>
              </a:rPr>
              <a:t>① 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Nx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 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×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 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Ny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 行のテーブル用意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84AAF41-E31C-C566-6AB6-D89EB0EFE33C}"/>
              </a:ext>
            </a:extLst>
          </p:cNvPr>
          <p:cNvSpPr/>
          <p:nvPr/>
        </p:nvSpPr>
        <p:spPr>
          <a:xfrm>
            <a:off x="4740613" y="3982763"/>
            <a:ext cx="1381327" cy="2075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C4C1692-9F70-D44F-DE12-3003D644794B}"/>
              </a:ext>
            </a:extLst>
          </p:cNvPr>
          <p:cNvSpPr txBox="1"/>
          <p:nvPr/>
        </p:nvSpPr>
        <p:spPr>
          <a:xfrm>
            <a:off x="7892220" y="4494482"/>
            <a:ext cx="4299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accent1"/>
                </a:solidFill>
              </a:rPr>
              <a:t>② 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XGrid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列に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1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～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Nx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、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YGrid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列に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1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～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Ny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の採番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1631D6B-1CC6-8800-26D7-0519A8353914}"/>
              </a:ext>
            </a:extLst>
          </p:cNvPr>
          <p:cNvSpPr/>
          <p:nvPr/>
        </p:nvSpPr>
        <p:spPr>
          <a:xfrm>
            <a:off x="4740613" y="4190287"/>
            <a:ext cx="3501300" cy="3319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78B23A9-B564-E9A9-FD25-6941FC42827F}"/>
              </a:ext>
            </a:extLst>
          </p:cNvPr>
          <p:cNvSpPr/>
          <p:nvPr/>
        </p:nvSpPr>
        <p:spPr>
          <a:xfrm>
            <a:off x="4740613" y="4522216"/>
            <a:ext cx="1381327" cy="2075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8C76BD7-7627-17E7-06FD-C681088FE050}"/>
              </a:ext>
            </a:extLst>
          </p:cNvPr>
          <p:cNvSpPr txBox="1"/>
          <p:nvPr/>
        </p:nvSpPr>
        <p:spPr>
          <a:xfrm>
            <a:off x="5653484" y="4729614"/>
            <a:ext cx="3877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accent1"/>
                </a:solidFill>
              </a:rPr>
              <a:t>③ ハム子初期位置（１，１）を除外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705B7E-8825-ADC3-8790-14A631E565D8}"/>
              </a:ext>
            </a:extLst>
          </p:cNvPr>
          <p:cNvSpPr/>
          <p:nvPr/>
        </p:nvSpPr>
        <p:spPr>
          <a:xfrm>
            <a:off x="4381555" y="4864215"/>
            <a:ext cx="550110" cy="2075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30B2044-06E1-EC56-3AF9-269BD6B8CCB3}"/>
              </a:ext>
            </a:extLst>
          </p:cNvPr>
          <p:cNvSpPr txBox="1"/>
          <p:nvPr/>
        </p:nvSpPr>
        <p:spPr>
          <a:xfrm>
            <a:off x="4931665" y="4943380"/>
            <a:ext cx="4413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accent1"/>
                </a:solidFill>
              </a:rPr>
              <a:t>④ シャッフルしたものから先頭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Ntake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件のみ抽出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9BAC020-9FAB-3161-AB7E-A589718BEF69}"/>
              </a:ext>
            </a:extLst>
          </p:cNvPr>
          <p:cNvSpPr txBox="1"/>
          <p:nvPr/>
        </p:nvSpPr>
        <p:spPr>
          <a:xfrm>
            <a:off x="4931665" y="5540402"/>
            <a:ext cx="4413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accent1"/>
                </a:solidFill>
              </a:rPr>
              <a:t>⑤ エサ画像バリエーション用の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1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～</a:t>
            </a:r>
            <a:r>
              <a:rPr kumimoji="1" lang="en-US" altLang="ja-JP" sz="1400" b="1" dirty="0">
                <a:solidFill>
                  <a:schemeClr val="accent1"/>
                </a:solidFill>
              </a:rPr>
              <a:t>3</a:t>
            </a:r>
            <a:r>
              <a:rPr kumimoji="1" lang="ja-JP" altLang="en-US" sz="1400" b="1" dirty="0">
                <a:solidFill>
                  <a:schemeClr val="accent1"/>
                </a:solidFill>
              </a:rPr>
              <a:t>ランダム数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7467171-3259-140A-21D8-03FE64C61C6C}"/>
              </a:ext>
            </a:extLst>
          </p:cNvPr>
          <p:cNvSpPr txBox="1"/>
          <p:nvPr/>
        </p:nvSpPr>
        <p:spPr>
          <a:xfrm>
            <a:off x="4624789" y="5862358"/>
            <a:ext cx="7311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2400" b="1" dirty="0">
                <a:solidFill>
                  <a:schemeClr val="accent1"/>
                </a:solidFill>
              </a:rPr>
              <a:t>ちょっと無駄あり・・・</a:t>
            </a:r>
          </a:p>
        </p:txBody>
      </p:sp>
    </p:spTree>
    <p:extLst>
      <p:ext uri="{BB962C8B-B14F-4D97-AF65-F5344CB8AC3E}">
        <p14:creationId xmlns:p14="http://schemas.microsoft.com/office/powerpoint/2010/main" val="1354111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C312B84E-696C-764E-CFEE-60786288A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1" y="708677"/>
            <a:ext cx="7057762" cy="549400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B4D1746-0A33-86F5-485C-7CB97E7B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というわけでリファクタリング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533EA1-0766-412E-45C9-8336425E800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/>
              <a:t>2025</a:t>
            </a:r>
            <a:r>
              <a:rPr lang="ja-JP" altLang="en-US"/>
              <a:t>年</a:t>
            </a:r>
            <a:r>
              <a:rPr lang="en-US" altLang="ja-JP"/>
              <a:t>10</a:t>
            </a:r>
            <a:r>
              <a:rPr lang="ja-JP" altLang="en-US"/>
              <a:t>月</a:t>
            </a:r>
            <a:r>
              <a:rPr lang="en-US" altLang="ja-JP"/>
              <a:t>18</a:t>
            </a:r>
            <a:r>
              <a:rPr lang="ja-JP" altLang="en-US"/>
              <a:t>日 </a:t>
            </a:r>
            <a:r>
              <a:rPr lang="en-US" altLang="ja-JP"/>
              <a:t>JPPGB</a:t>
            </a:r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387BE8-CECD-354E-2BC5-826318D3B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/>
              <a:t>#2</a:t>
            </a:r>
            <a:endParaRPr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F0362C8-D6DD-3796-92CC-C5D71DB466DE}"/>
              </a:ext>
            </a:extLst>
          </p:cNvPr>
          <p:cNvSpPr txBox="1"/>
          <p:nvPr/>
        </p:nvSpPr>
        <p:spPr>
          <a:xfrm>
            <a:off x="8076649" y="4848898"/>
            <a:ext cx="4031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chemeClr val="accent1"/>
                </a:solidFill>
              </a:rPr>
              <a:t>ポイント</a:t>
            </a:r>
            <a:endParaRPr kumimoji="1" lang="en-US" altLang="ja-JP" sz="2400" b="1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b="1" dirty="0">
                <a:solidFill>
                  <a:schemeClr val="accent1"/>
                </a:solidFill>
              </a:rPr>
              <a:t>RemoveIf</a:t>
            </a:r>
            <a:r>
              <a:rPr kumimoji="1" lang="ja-JP" altLang="en-US" sz="2400" b="1" dirty="0">
                <a:solidFill>
                  <a:schemeClr val="accent1"/>
                </a:solidFill>
              </a:rPr>
              <a:t>の無駄削除</a:t>
            </a:r>
            <a:endParaRPr kumimoji="1" lang="en-US" altLang="ja-JP" sz="2400" b="1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b="1" dirty="0">
                <a:solidFill>
                  <a:schemeClr val="accent1"/>
                </a:solidFill>
              </a:rPr>
              <a:t>Grid</a:t>
            </a:r>
            <a:r>
              <a:rPr kumimoji="1" lang="ja-JP" altLang="en-US" sz="2400" b="1" dirty="0">
                <a:solidFill>
                  <a:schemeClr val="accent1"/>
                </a:solidFill>
              </a:rPr>
              <a:t>列採番の無駄削除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F3D938F-2AE1-5699-6CBA-36D14AF8B267}"/>
              </a:ext>
            </a:extLst>
          </p:cNvPr>
          <p:cNvSpPr/>
          <p:nvPr/>
        </p:nvSpPr>
        <p:spPr>
          <a:xfrm>
            <a:off x="2560320" y="2438400"/>
            <a:ext cx="4472940" cy="266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583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5FA781-2330-0533-FAF4-0C349641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演算処理</a:t>
            </a:r>
            <a:r>
              <a:rPr kumimoji="1" lang="en-US" altLang="ja-JP" dirty="0"/>
              <a:t>(</a:t>
            </a:r>
            <a:r>
              <a:rPr kumimoji="1" lang="ja-JP" altLang="en-US" dirty="0"/>
              <a:t>タイマー</a:t>
            </a:r>
            <a:r>
              <a:rPr kumimoji="1" lang="en-US" altLang="ja-JP" dirty="0"/>
              <a:t>)</a:t>
            </a:r>
            <a:r>
              <a:rPr kumimoji="1" lang="ja-JP" altLang="en-US" dirty="0"/>
              <a:t>①</a:t>
            </a:r>
            <a:r>
              <a:rPr lang="ja-JP" altLang="en-US" dirty="0"/>
              <a:t> </a:t>
            </a:r>
            <a:r>
              <a:rPr kumimoji="1" lang="ja-JP" altLang="en-US" dirty="0"/>
              <a:t>ハム子のアニメ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B7AEFC7-4ADB-7240-DE66-BDB114FDC02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92A157B-27DB-B7B9-36C9-BA25403F46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  <p:pic>
        <p:nvPicPr>
          <p:cNvPr id="12" name="図 1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A56A6350-88C7-2AEC-8435-D7B94D7FF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286" y="1228875"/>
            <a:ext cx="2381250" cy="238125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F101D08-A7F6-5FD2-1DDA-4F3810A34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921" y="1342661"/>
            <a:ext cx="7153275" cy="23241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2CBE649-3493-0BC4-89C7-6B7A7FCA39C5}"/>
              </a:ext>
            </a:extLst>
          </p:cNvPr>
          <p:cNvSpPr txBox="1"/>
          <p:nvPr/>
        </p:nvSpPr>
        <p:spPr>
          <a:xfrm>
            <a:off x="3607984" y="907225"/>
            <a:ext cx="504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HTML</a:t>
            </a:r>
            <a:r>
              <a:rPr kumimoji="1" lang="ja-JP" altLang="en-US"/>
              <a:t>テキストコントロールを使用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370BF9A6-DA58-0FAC-183F-66EF81C74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766" y="4042087"/>
            <a:ext cx="2973892" cy="774027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CB9DA99-E130-B9A1-8D8E-5CD997E8FD1A}"/>
              </a:ext>
            </a:extLst>
          </p:cNvPr>
          <p:cNvSpPr txBox="1"/>
          <p:nvPr/>
        </p:nvSpPr>
        <p:spPr>
          <a:xfrm>
            <a:off x="4589042" y="4162815"/>
            <a:ext cx="551248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/>
              <a:t>- TimerHam:</a:t>
            </a:r>
          </a:p>
          <a:p>
            <a:r>
              <a:rPr lang="ja-JP" altLang="en-US" sz="1600"/>
              <a:t>Duration: =3000/(Sqrt(_vx*_vx+_vy*_vy)/10+1)</a:t>
            </a:r>
          </a:p>
          <a:p>
            <a:r>
              <a:rPr lang="ja-JP" altLang="en-US" sz="1600"/>
              <a:t>OnTimerEnd: =Switch(_HamMode,</a:t>
            </a:r>
            <a:endParaRPr lang="en-US" altLang="ja-JP" sz="1600" dirty="0"/>
          </a:p>
          <a:p>
            <a:pPr lvl="2"/>
            <a:r>
              <a:rPr lang="ja-JP" altLang="en-US" sz="1600"/>
              <a:t>0,Set(_HamMode,1),</a:t>
            </a:r>
            <a:endParaRPr lang="en-US" altLang="ja-JP" sz="1600" dirty="0"/>
          </a:p>
          <a:p>
            <a:pPr lvl="2"/>
            <a:r>
              <a:rPr lang="ja-JP" altLang="en-US" sz="1600"/>
              <a:t>1,Set(_HamMode,2),</a:t>
            </a:r>
            <a:endParaRPr lang="en-US" altLang="ja-JP" sz="1600" dirty="0"/>
          </a:p>
          <a:p>
            <a:pPr lvl="1"/>
            <a:r>
              <a:rPr lang="en-US" altLang="ja-JP" sz="1600" dirty="0"/>
              <a:t>	</a:t>
            </a:r>
            <a:r>
              <a:rPr lang="ja-JP" altLang="en-US" sz="1600"/>
              <a:t>2,Set(_HamMode,1)</a:t>
            </a:r>
            <a:endParaRPr lang="en-US" altLang="ja-JP" sz="1600" dirty="0"/>
          </a:p>
          <a:p>
            <a:pPr lvl="1"/>
            <a:r>
              <a:rPr lang="ja-JP" altLang="en-US" sz="1600"/>
              <a:t>)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7CF8F3A-1347-7659-CAD2-EE96745B23FC}"/>
              </a:ext>
            </a:extLst>
          </p:cNvPr>
          <p:cNvSpPr txBox="1"/>
          <p:nvPr/>
        </p:nvSpPr>
        <p:spPr>
          <a:xfrm>
            <a:off x="3014901" y="3830257"/>
            <a:ext cx="504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速度に応じて切り替え速度を変える</a:t>
            </a:r>
          </a:p>
        </p:txBody>
      </p:sp>
    </p:spTree>
    <p:extLst>
      <p:ext uri="{BB962C8B-B14F-4D97-AF65-F5344CB8AC3E}">
        <p14:creationId xmlns:p14="http://schemas.microsoft.com/office/powerpoint/2010/main" val="837197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E888240-721B-16DF-0DCF-8DBC98B4C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504" y="1315790"/>
            <a:ext cx="2996563" cy="176815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C19BDF4-4B28-966C-70B7-9A80FFE3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演算処理</a:t>
            </a:r>
            <a:r>
              <a:rPr kumimoji="1" lang="en-US" altLang="ja-JP" dirty="0"/>
              <a:t>(</a:t>
            </a:r>
            <a:r>
              <a:rPr kumimoji="1" lang="ja-JP" altLang="en-US" dirty="0"/>
              <a:t>タイマー</a:t>
            </a:r>
            <a:r>
              <a:rPr kumimoji="1" lang="en-US" altLang="ja-JP" dirty="0"/>
              <a:t>)</a:t>
            </a:r>
            <a:r>
              <a:rPr lang="ja-JP" altLang="en-US" dirty="0"/>
              <a:t>②</a:t>
            </a:r>
            <a:r>
              <a:rPr kumimoji="1" lang="ja-JP" altLang="en-US" dirty="0"/>
              <a:t> ハム子＆猫の移動計算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8191B7-8D76-2F8B-BED1-93D0A59370D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D25D053-7F0A-BA8B-9430-B59ADFB55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867DAF-6AA9-0388-05C2-862E4B454F7F}"/>
              </a:ext>
            </a:extLst>
          </p:cNvPr>
          <p:cNvSpPr txBox="1"/>
          <p:nvPr/>
        </p:nvSpPr>
        <p:spPr>
          <a:xfrm>
            <a:off x="965200" y="713140"/>
            <a:ext cx="10292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速度一定で方向決定 ⇒ 単調すぎてゲーム性😒</a:t>
            </a:r>
            <a:endParaRPr kumimoji="1" lang="en-US" altLang="ja-JP" sz="2400" dirty="0"/>
          </a:p>
          <a:p>
            <a:r>
              <a:rPr kumimoji="1" lang="ja-JP" altLang="en-US" sz="2400" dirty="0"/>
              <a:t>坂道を転がるボールのように、角度や時間に応じて速度が変わるように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35FD9A-5F1F-BC9D-AA97-D3FC70ADCA9F}"/>
              </a:ext>
            </a:extLst>
          </p:cNvPr>
          <p:cNvSpPr txBox="1"/>
          <p:nvPr/>
        </p:nvSpPr>
        <p:spPr>
          <a:xfrm>
            <a:off x="3545076" y="1646667"/>
            <a:ext cx="656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リアルタイム計測用のメインタイマー（プレイ制限時間）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1434838-D3B7-BB89-4E8A-1E973E96A4F8}"/>
              </a:ext>
            </a:extLst>
          </p:cNvPr>
          <p:cNvSpPr txBox="1"/>
          <p:nvPr/>
        </p:nvSpPr>
        <p:spPr>
          <a:xfrm>
            <a:off x="3545075" y="2399028"/>
            <a:ext cx="7591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短時間ループでゲーム演算処理</a:t>
            </a:r>
            <a:endParaRPr kumimoji="1" lang="en-US" altLang="ja-JP" dirty="0"/>
          </a:p>
          <a:p>
            <a:r>
              <a:rPr kumimoji="1" lang="en-US" altLang="ja-JP" dirty="0"/>
              <a:t>10msec</a:t>
            </a:r>
            <a:r>
              <a:rPr kumimoji="1" lang="ja-JP" altLang="en-US"/>
              <a:t>設定⇒理論上</a:t>
            </a:r>
            <a:r>
              <a:rPr kumimoji="1" lang="en-US" altLang="ja-JP" dirty="0"/>
              <a:t>100fps</a:t>
            </a:r>
            <a:r>
              <a:rPr kumimoji="1" lang="ja-JP" altLang="en-US"/>
              <a:t>だが実測</a:t>
            </a:r>
            <a:r>
              <a:rPr kumimoji="1" lang="en-US" altLang="ja-JP" dirty="0"/>
              <a:t>12fps</a:t>
            </a:r>
            <a:r>
              <a:rPr kumimoji="1" lang="ja-JP" altLang="en-US"/>
              <a:t>程度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9F497E7-F706-F7E9-C4C7-3D0210BB6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931" y="3485133"/>
            <a:ext cx="6858000" cy="2105025"/>
          </a:xfrm>
          <a:prstGeom prst="rect">
            <a:avLst/>
          </a:prstGeom>
        </p:spPr>
      </p:pic>
      <p:sp>
        <p:nvSpPr>
          <p:cNvPr id="13" name="左中かっこ 12">
            <a:extLst>
              <a:ext uri="{FF2B5EF4-FFF2-40B4-BE49-F238E27FC236}">
                <a16:creationId xmlns:a16="http://schemas.microsoft.com/office/drawing/2014/main" id="{4D5EA80D-32A7-A074-7BC4-0B5533C27068}"/>
              </a:ext>
            </a:extLst>
          </p:cNvPr>
          <p:cNvSpPr/>
          <p:nvPr/>
        </p:nvSpPr>
        <p:spPr>
          <a:xfrm>
            <a:off x="2873967" y="3260935"/>
            <a:ext cx="163963" cy="23508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B89BCFA-15D6-573C-8D9C-A492B5FF74F8}"/>
              </a:ext>
            </a:extLst>
          </p:cNvPr>
          <p:cNvSpPr/>
          <p:nvPr/>
        </p:nvSpPr>
        <p:spPr>
          <a:xfrm>
            <a:off x="1923688" y="2475786"/>
            <a:ext cx="1380227" cy="312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FB6100D2-9E1A-1274-7089-25CB8DF89F9E}"/>
              </a:ext>
            </a:extLst>
          </p:cNvPr>
          <p:cNvCxnSpPr>
            <a:cxnSpLocks/>
            <a:stCxn id="14" idx="2"/>
            <a:endCxn id="13" idx="1"/>
          </p:cNvCxnSpPr>
          <p:nvPr/>
        </p:nvCxnSpPr>
        <p:spPr>
          <a:xfrm rot="16200000" flipH="1">
            <a:off x="1919723" y="3482114"/>
            <a:ext cx="1648323" cy="26016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6F7EE77C-A51B-B029-877C-24A525E533D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8753" y="3202138"/>
            <a:ext cx="2975810" cy="287006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B368FC6-7D87-5803-49EA-731FE39A38AA}"/>
              </a:ext>
            </a:extLst>
          </p:cNvPr>
          <p:cNvSpPr txBox="1"/>
          <p:nvPr/>
        </p:nvSpPr>
        <p:spPr>
          <a:xfrm>
            <a:off x="7615720" y="3350829"/>
            <a:ext cx="3426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_t</a:t>
            </a:r>
            <a:r>
              <a:rPr kumimoji="1" lang="ja-JP" altLang="en-US" sz="1600" dirty="0"/>
              <a:t>：前回ループ時のメインタイマー値</a:t>
            </a:r>
            <a:endParaRPr kumimoji="1" lang="en-US" altLang="ja-JP" sz="1600" dirty="0"/>
          </a:p>
          <a:p>
            <a:r>
              <a:rPr kumimoji="1" lang="en-US" altLang="ja-JP" sz="1600" dirty="0"/>
              <a:t>_AccMul</a:t>
            </a:r>
            <a:r>
              <a:rPr kumimoji="1" lang="ja-JP" altLang="en-US" sz="1600" dirty="0"/>
              <a:t>：加速補正定数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CD0920D-E3CF-4897-4B4C-B80CA78208AC}"/>
              </a:ext>
            </a:extLst>
          </p:cNvPr>
          <p:cNvSpPr txBox="1"/>
          <p:nvPr/>
        </p:nvSpPr>
        <p:spPr>
          <a:xfrm>
            <a:off x="949960" y="5746562"/>
            <a:ext cx="1029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chemeClr val="accent1"/>
                </a:solidFill>
              </a:rPr>
              <a:t>ハム子はユーザー操作で移動、猫は演算ループごとにハム子へ軌道修正</a:t>
            </a:r>
          </a:p>
        </p:txBody>
      </p:sp>
    </p:spTree>
    <p:extLst>
      <p:ext uri="{BB962C8B-B14F-4D97-AF65-F5344CB8AC3E}">
        <p14:creationId xmlns:p14="http://schemas.microsoft.com/office/powerpoint/2010/main" val="3638273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42C2C7-B43C-E622-A70F-BA50A1BC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演算処理</a:t>
            </a:r>
            <a:r>
              <a:rPr kumimoji="1" lang="en-US" altLang="ja-JP" dirty="0"/>
              <a:t>(</a:t>
            </a:r>
            <a:r>
              <a:rPr kumimoji="1" lang="ja-JP" altLang="en-US" dirty="0"/>
              <a:t>タイマー</a:t>
            </a:r>
            <a:r>
              <a:rPr kumimoji="1" lang="en-US" altLang="ja-JP" dirty="0"/>
              <a:t>)</a:t>
            </a:r>
            <a:r>
              <a:rPr kumimoji="1" lang="ja-JP" altLang="en-US" dirty="0"/>
              <a:t>③ 接触判定（えさ捕食）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B0822D-28D2-B306-12DD-2C4BEDFD6E1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/>
              <a:t>2025</a:t>
            </a:r>
            <a:r>
              <a:rPr lang="ja-JP" altLang="en-US"/>
              <a:t>年</a:t>
            </a:r>
            <a:r>
              <a:rPr lang="en-US" altLang="ja-JP"/>
              <a:t>10</a:t>
            </a:r>
            <a:r>
              <a:rPr lang="ja-JP" altLang="en-US"/>
              <a:t>月</a:t>
            </a:r>
            <a:r>
              <a:rPr lang="en-US" altLang="ja-JP"/>
              <a:t>18</a:t>
            </a:r>
            <a:r>
              <a:rPr lang="ja-JP" altLang="en-US"/>
              <a:t>日 </a:t>
            </a:r>
            <a:r>
              <a:rPr lang="en-US" altLang="ja-JP"/>
              <a:t>JPPGB</a:t>
            </a:r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52E4820-87AE-4915-4E42-7FC98FCC7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/>
              <a:t>#2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F4A1081-5FA0-79E8-46E9-C22F89E82A9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8017" y="895651"/>
            <a:ext cx="10525125" cy="115413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1352198-AB06-01C9-116A-F662EDD8B0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7336" y="3146337"/>
            <a:ext cx="3179358" cy="2674988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AF66AF6-467E-EDCB-82D1-08B25C626156}"/>
              </a:ext>
            </a:extLst>
          </p:cNvPr>
          <p:cNvSpPr/>
          <p:nvPr/>
        </p:nvSpPr>
        <p:spPr>
          <a:xfrm>
            <a:off x="1477336" y="3146337"/>
            <a:ext cx="1303388" cy="130338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3B67AFB-CAFE-72D6-05CD-2D5FE41C9F1B}"/>
              </a:ext>
            </a:extLst>
          </p:cNvPr>
          <p:cNvSpPr/>
          <p:nvPr/>
        </p:nvSpPr>
        <p:spPr>
          <a:xfrm>
            <a:off x="2780724" y="3146337"/>
            <a:ext cx="1303388" cy="130338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62B9A9C-6AF4-1EC1-BCF0-E3B61756078D}"/>
              </a:ext>
            </a:extLst>
          </p:cNvPr>
          <p:cNvSpPr/>
          <p:nvPr/>
        </p:nvSpPr>
        <p:spPr>
          <a:xfrm>
            <a:off x="1477336" y="4449725"/>
            <a:ext cx="1303388" cy="130338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073E139-7582-A8AD-08C6-F23D1509465A}"/>
              </a:ext>
            </a:extLst>
          </p:cNvPr>
          <p:cNvSpPr/>
          <p:nvPr/>
        </p:nvSpPr>
        <p:spPr>
          <a:xfrm>
            <a:off x="2780724" y="4449725"/>
            <a:ext cx="1303388" cy="130338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63CEA8D-8D06-F397-7A73-9CA50BABD219}"/>
              </a:ext>
            </a:extLst>
          </p:cNvPr>
          <p:cNvCxnSpPr>
            <a:cxnSpLocks/>
          </p:cNvCxnSpPr>
          <p:nvPr/>
        </p:nvCxnSpPr>
        <p:spPr>
          <a:xfrm>
            <a:off x="1477336" y="3146337"/>
            <a:ext cx="1303388" cy="1303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562B0BB-34EE-67C8-75E7-0E91C6C30C28}"/>
              </a:ext>
            </a:extLst>
          </p:cNvPr>
          <p:cNvCxnSpPr>
            <a:cxnSpLocks/>
          </p:cNvCxnSpPr>
          <p:nvPr/>
        </p:nvCxnSpPr>
        <p:spPr>
          <a:xfrm flipV="1">
            <a:off x="1477336" y="3146337"/>
            <a:ext cx="1303388" cy="1303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楕円 23">
            <a:extLst>
              <a:ext uri="{FF2B5EF4-FFF2-40B4-BE49-F238E27FC236}">
                <a16:creationId xmlns:a16="http://schemas.microsoft.com/office/drawing/2014/main" id="{8AC54DDE-0995-823E-11CF-CF41D96C397A}"/>
              </a:ext>
            </a:extLst>
          </p:cNvPr>
          <p:cNvSpPr/>
          <p:nvPr/>
        </p:nvSpPr>
        <p:spPr>
          <a:xfrm>
            <a:off x="2065470" y="3744875"/>
            <a:ext cx="127120" cy="127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239519B-1C4E-7482-743E-3902EBCA3576}"/>
              </a:ext>
            </a:extLst>
          </p:cNvPr>
          <p:cNvSpPr txBox="1"/>
          <p:nvPr/>
        </p:nvSpPr>
        <p:spPr>
          <a:xfrm>
            <a:off x="2183758" y="3666114"/>
            <a:ext cx="2040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highlight>
                  <a:srgbClr val="C0C0C0"/>
                </a:highlight>
              </a:rPr>
              <a:t>(_hamX, _hamY)</a:t>
            </a:r>
            <a:endParaRPr kumimoji="1" lang="ja-JP" altLang="en-US" sz="1400" b="1" dirty="0">
              <a:highlight>
                <a:srgbClr val="C0C0C0"/>
              </a:highlight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53A8165-4B4F-05C1-9F8C-A69A914690AA}"/>
              </a:ext>
            </a:extLst>
          </p:cNvPr>
          <p:cNvCxnSpPr>
            <a:cxnSpLocks/>
          </p:cNvCxnSpPr>
          <p:nvPr/>
        </p:nvCxnSpPr>
        <p:spPr>
          <a:xfrm>
            <a:off x="1477336" y="3006497"/>
            <a:ext cx="1303388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4C0701E-5A7C-8AAC-B928-5220CF4762F0}"/>
              </a:ext>
            </a:extLst>
          </p:cNvPr>
          <p:cNvSpPr txBox="1"/>
          <p:nvPr/>
        </p:nvSpPr>
        <p:spPr>
          <a:xfrm>
            <a:off x="1657607" y="2688240"/>
            <a:ext cx="1303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highlight>
                  <a:srgbClr val="C0C0C0"/>
                </a:highlight>
              </a:rPr>
              <a:t>_ObjSize</a:t>
            </a:r>
            <a:endParaRPr kumimoji="1" lang="ja-JP" altLang="en-US" sz="1400" b="1" dirty="0">
              <a:highlight>
                <a:srgbClr val="C0C0C0"/>
              </a:highlight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9AE6B12-33B6-7113-C1CB-84722BDA79E2}"/>
              </a:ext>
            </a:extLst>
          </p:cNvPr>
          <p:cNvSpPr txBox="1"/>
          <p:nvPr/>
        </p:nvSpPr>
        <p:spPr>
          <a:xfrm>
            <a:off x="1657607" y="2323666"/>
            <a:ext cx="1639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XGrid=1</a:t>
            </a:r>
            <a:endParaRPr kumimoji="1" lang="ja-JP" altLang="en-US" sz="14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321F4E8-9EC8-F97A-64A1-00DE00E3C392}"/>
              </a:ext>
            </a:extLst>
          </p:cNvPr>
          <p:cNvSpPr txBox="1"/>
          <p:nvPr/>
        </p:nvSpPr>
        <p:spPr>
          <a:xfrm>
            <a:off x="3017597" y="2323666"/>
            <a:ext cx="1639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XGrid=2</a:t>
            </a:r>
            <a:endParaRPr kumimoji="1" lang="ja-JP" altLang="en-US" sz="14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5336CC6-7E8E-64C1-7D98-391D044206ED}"/>
              </a:ext>
            </a:extLst>
          </p:cNvPr>
          <p:cNvSpPr txBox="1"/>
          <p:nvPr/>
        </p:nvSpPr>
        <p:spPr>
          <a:xfrm>
            <a:off x="403518" y="3634477"/>
            <a:ext cx="1639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YGrid=1</a:t>
            </a:r>
            <a:endParaRPr kumimoji="1" lang="ja-JP" altLang="en-US" sz="1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D910DA9-9271-EC61-E459-F156D360B65C}"/>
              </a:ext>
            </a:extLst>
          </p:cNvPr>
          <p:cNvSpPr txBox="1"/>
          <p:nvPr/>
        </p:nvSpPr>
        <p:spPr>
          <a:xfrm>
            <a:off x="403518" y="4947530"/>
            <a:ext cx="1639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YGrid=2</a:t>
            </a:r>
            <a:endParaRPr kumimoji="1" lang="ja-JP" altLang="en-US" sz="14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FC6D3F4-3418-B032-A326-C93C2B56109A}"/>
              </a:ext>
            </a:extLst>
          </p:cNvPr>
          <p:cNvSpPr txBox="1"/>
          <p:nvPr/>
        </p:nvSpPr>
        <p:spPr>
          <a:xfrm>
            <a:off x="4961910" y="3120734"/>
            <a:ext cx="7114032" cy="169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ハム子中心が</a:t>
            </a:r>
            <a:r>
              <a:rPr kumimoji="1" lang="en-US" altLang="ja-JP" dirty="0"/>
              <a:t>ColItemSet</a:t>
            </a:r>
            <a:r>
              <a:rPr kumimoji="1" lang="ja-JP" altLang="en-US" dirty="0"/>
              <a:t>の</a:t>
            </a:r>
            <a:r>
              <a:rPr kumimoji="1" lang="en-US" altLang="ja-JP" dirty="0" err="1"/>
              <a:t>XGrid,YGrid</a:t>
            </a:r>
            <a:r>
              <a:rPr kumimoji="1" lang="ja-JP" altLang="en-US" dirty="0"/>
              <a:t>侵入 ⇒ 該当レコード消去</a:t>
            </a:r>
            <a:br>
              <a:rPr kumimoji="1" lang="en-US" altLang="ja-JP" dirty="0"/>
            </a:br>
            <a:r>
              <a:rPr kumimoji="1" lang="en-US" altLang="ja-JP" dirty="0"/>
              <a:t>※</a:t>
            </a:r>
            <a:r>
              <a:rPr kumimoji="1" lang="ja-JP" altLang="en-US" dirty="0"/>
              <a:t> すなわち捕食</a:t>
            </a:r>
            <a:endParaRPr kumimoji="1" lang="en-US" altLang="ja-JP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ja-JP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その後</a:t>
            </a:r>
            <a:r>
              <a:rPr kumimoji="1" lang="en-US" altLang="ja-JP" dirty="0">
                <a:highlight>
                  <a:srgbClr val="C0C0C0"/>
                </a:highlight>
              </a:rPr>
              <a:t>ColItemSet</a:t>
            </a:r>
            <a:r>
              <a:rPr kumimoji="1" lang="ja-JP" altLang="en-US" dirty="0"/>
              <a:t>のレコード数を確認し</a:t>
            </a:r>
            <a:r>
              <a:rPr kumimoji="1" lang="en-US" altLang="ja-JP" dirty="0">
                <a:highlight>
                  <a:srgbClr val="C0C0C0"/>
                </a:highlight>
              </a:rPr>
              <a:t>_remainItems</a:t>
            </a:r>
            <a:r>
              <a:rPr kumimoji="1" lang="ja-JP" altLang="en-US" dirty="0"/>
              <a:t>に格納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63254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4DB1-335C-104A-0001-3E2DF7314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700D18-A9C5-FE27-53A9-6927E506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演算処理</a:t>
            </a:r>
            <a:r>
              <a:rPr kumimoji="1" lang="en-US" altLang="ja-JP" dirty="0"/>
              <a:t>(</a:t>
            </a:r>
            <a:r>
              <a:rPr kumimoji="1" lang="ja-JP" altLang="en-US" dirty="0"/>
              <a:t>タイマー</a:t>
            </a:r>
            <a:r>
              <a:rPr kumimoji="1" lang="en-US" altLang="ja-JP" dirty="0"/>
              <a:t>)</a:t>
            </a:r>
            <a:r>
              <a:rPr lang="ja-JP" altLang="en-US" dirty="0"/>
              <a:t>④</a:t>
            </a:r>
            <a:r>
              <a:rPr kumimoji="1" lang="ja-JP" altLang="en-US"/>
              <a:t> </a:t>
            </a:r>
            <a:r>
              <a:rPr kumimoji="1" lang="ja-JP" altLang="en-US" dirty="0"/>
              <a:t>接触判定（猫接触）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5DED89E-4CCE-E06E-EEA4-7C73CFB6CB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/>
              <a:t>2025</a:t>
            </a:r>
            <a:r>
              <a:rPr lang="ja-JP" altLang="en-US"/>
              <a:t>年</a:t>
            </a:r>
            <a:r>
              <a:rPr lang="en-US" altLang="ja-JP"/>
              <a:t>10</a:t>
            </a:r>
            <a:r>
              <a:rPr lang="ja-JP" altLang="en-US"/>
              <a:t>月</a:t>
            </a:r>
            <a:r>
              <a:rPr lang="en-US" altLang="ja-JP"/>
              <a:t>18</a:t>
            </a:r>
            <a:r>
              <a:rPr lang="ja-JP" altLang="en-US"/>
              <a:t>日 </a:t>
            </a:r>
            <a:r>
              <a:rPr lang="en-US" altLang="ja-JP"/>
              <a:t>JPPGB</a:t>
            </a:r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1733962-FF0C-D4A0-D81C-7BCD05788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/>
              <a:t>#2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E4D2DA2-66E0-3F64-6D98-74DF52627CA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697" y="815340"/>
            <a:ext cx="10525125" cy="2322495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CF033648-6B49-1C1D-47D5-E651E3CBD5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06928" y="4851386"/>
            <a:ext cx="968389" cy="958475"/>
          </a:xfrm>
          <a:custGeom>
            <a:avLst/>
            <a:gdLst>
              <a:gd name="connsiteX0" fmla="*/ 0 w 394330"/>
              <a:gd name="connsiteY0" fmla="*/ 0 h 390293"/>
              <a:gd name="connsiteX1" fmla="*/ 394330 w 394330"/>
              <a:gd name="connsiteY1" fmla="*/ 0 h 390293"/>
              <a:gd name="connsiteX2" fmla="*/ 394330 w 394330"/>
              <a:gd name="connsiteY2" fmla="*/ 390293 h 390293"/>
              <a:gd name="connsiteX3" fmla="*/ 0 w 394330"/>
              <a:gd name="connsiteY3" fmla="*/ 390293 h 390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4330" h="390293">
                <a:moveTo>
                  <a:pt x="0" y="0"/>
                </a:moveTo>
                <a:lnTo>
                  <a:pt x="394330" y="0"/>
                </a:lnTo>
                <a:lnTo>
                  <a:pt x="394330" y="390293"/>
                </a:lnTo>
                <a:lnTo>
                  <a:pt x="0" y="390293"/>
                </a:lnTo>
                <a:close/>
              </a:path>
            </a:pathLst>
          </a:cu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41E82462-717D-0CAF-9DF9-6876DD5948B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697" y="3837282"/>
            <a:ext cx="968389" cy="968389"/>
          </a:xfrm>
          <a:custGeom>
            <a:avLst/>
            <a:gdLst>
              <a:gd name="connsiteX0" fmla="*/ 0 w 394330"/>
              <a:gd name="connsiteY0" fmla="*/ 0 h 394330"/>
              <a:gd name="connsiteX1" fmla="*/ 394330 w 394330"/>
              <a:gd name="connsiteY1" fmla="*/ 0 h 394330"/>
              <a:gd name="connsiteX2" fmla="*/ 394330 w 394330"/>
              <a:gd name="connsiteY2" fmla="*/ 394330 h 394330"/>
              <a:gd name="connsiteX3" fmla="*/ 0 w 394330"/>
              <a:gd name="connsiteY3" fmla="*/ 394330 h 39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4330" h="394330">
                <a:moveTo>
                  <a:pt x="0" y="0"/>
                </a:moveTo>
                <a:lnTo>
                  <a:pt x="394330" y="0"/>
                </a:lnTo>
                <a:lnTo>
                  <a:pt x="394330" y="394330"/>
                </a:lnTo>
                <a:lnTo>
                  <a:pt x="0" y="394330"/>
                </a:lnTo>
                <a:close/>
              </a:path>
            </a:pathLst>
          </a:custGeom>
        </p:spPr>
      </p:pic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F55A4C9-3086-42D5-DA19-9BC8DD4EDCAE}"/>
              </a:ext>
            </a:extLst>
          </p:cNvPr>
          <p:cNvGrpSpPr/>
          <p:nvPr/>
        </p:nvGrpSpPr>
        <p:grpSpPr>
          <a:xfrm>
            <a:off x="754697" y="3837281"/>
            <a:ext cx="969183" cy="969183"/>
            <a:chOff x="1451395" y="3137835"/>
            <a:chExt cx="1303388" cy="1303388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842D923F-FC9E-FE7C-A6BA-BE987AE9A967}"/>
                </a:ext>
              </a:extLst>
            </p:cNvPr>
            <p:cNvSpPr/>
            <p:nvPr/>
          </p:nvSpPr>
          <p:spPr>
            <a:xfrm>
              <a:off x="1451395" y="3137835"/>
              <a:ext cx="1303388" cy="1303388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9BCA7485-4E53-C714-3D68-8A3D023CE054}"/>
                </a:ext>
              </a:extLst>
            </p:cNvPr>
            <p:cNvCxnSpPr>
              <a:cxnSpLocks/>
            </p:cNvCxnSpPr>
            <p:nvPr/>
          </p:nvCxnSpPr>
          <p:spPr>
            <a:xfrm>
              <a:off x="1451395" y="3137835"/>
              <a:ext cx="1303388" cy="13033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FA73C489-10E4-9D7F-550F-595A807E7C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1395" y="3137835"/>
              <a:ext cx="1303388" cy="13033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FA11534B-C53B-89ED-741F-1E65BA0F25BD}"/>
                </a:ext>
              </a:extLst>
            </p:cNvPr>
            <p:cNvSpPr/>
            <p:nvPr/>
          </p:nvSpPr>
          <p:spPr>
            <a:xfrm>
              <a:off x="2039529" y="3736373"/>
              <a:ext cx="127120" cy="1271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28E901D-C4C8-309C-A763-48D2A03F11FE}"/>
              </a:ext>
            </a:extLst>
          </p:cNvPr>
          <p:cNvSpPr txBox="1"/>
          <p:nvPr/>
        </p:nvSpPr>
        <p:spPr>
          <a:xfrm>
            <a:off x="1286551" y="4161227"/>
            <a:ext cx="2040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highlight>
                  <a:srgbClr val="C0C0C0"/>
                </a:highlight>
              </a:rPr>
              <a:t>(_hamX, _hamY)</a:t>
            </a:r>
            <a:endParaRPr kumimoji="1" lang="ja-JP" altLang="en-US" sz="1400" b="1" dirty="0">
              <a:highlight>
                <a:srgbClr val="C0C0C0"/>
              </a:highlight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2BE1C26E-C719-DAEE-7533-3ADF1206ABF1}"/>
              </a:ext>
            </a:extLst>
          </p:cNvPr>
          <p:cNvGrpSpPr/>
          <p:nvPr/>
        </p:nvGrpSpPr>
        <p:grpSpPr>
          <a:xfrm>
            <a:off x="2753800" y="4806464"/>
            <a:ext cx="1022311" cy="1014899"/>
            <a:chOff x="1379947" y="3076355"/>
            <a:chExt cx="1374836" cy="1364868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AAA310A6-3B48-C19B-5290-2D7DBD1F6C8C}"/>
                </a:ext>
              </a:extLst>
            </p:cNvPr>
            <p:cNvSpPr/>
            <p:nvPr/>
          </p:nvSpPr>
          <p:spPr>
            <a:xfrm>
              <a:off x="1451395" y="3137835"/>
              <a:ext cx="1303388" cy="1303388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A7826086-FC82-1359-516D-9152A56BA0D9}"/>
                </a:ext>
              </a:extLst>
            </p:cNvPr>
            <p:cNvSpPr/>
            <p:nvPr/>
          </p:nvSpPr>
          <p:spPr>
            <a:xfrm>
              <a:off x="1379947" y="3076355"/>
              <a:ext cx="127120" cy="1271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C95EC10-CA15-2CA8-A1D2-915FCD83BB74}"/>
              </a:ext>
            </a:extLst>
          </p:cNvPr>
          <p:cNvSpPr txBox="1"/>
          <p:nvPr/>
        </p:nvSpPr>
        <p:spPr>
          <a:xfrm>
            <a:off x="2592503" y="4521148"/>
            <a:ext cx="2040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highlight>
                  <a:srgbClr val="C0C0C0"/>
                </a:highlight>
              </a:rPr>
              <a:t>(_catX, _catY)</a:t>
            </a:r>
            <a:endParaRPr kumimoji="1" lang="ja-JP" altLang="en-US" sz="1400" b="1" dirty="0">
              <a:highlight>
                <a:srgbClr val="C0C0C0"/>
              </a:highlight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F045CEE2-58D0-66E9-46BF-2543F5A9C03D}"/>
              </a:ext>
            </a:extLst>
          </p:cNvPr>
          <p:cNvCxnSpPr>
            <a:cxnSpLocks/>
          </p:cNvCxnSpPr>
          <p:nvPr/>
        </p:nvCxnSpPr>
        <p:spPr>
          <a:xfrm>
            <a:off x="745424" y="3718611"/>
            <a:ext cx="97766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0EF896F-A3D4-84CC-28C3-4BDE93900967}"/>
              </a:ext>
            </a:extLst>
          </p:cNvPr>
          <p:cNvSpPr txBox="1"/>
          <p:nvPr/>
        </p:nvSpPr>
        <p:spPr>
          <a:xfrm>
            <a:off x="725104" y="3380034"/>
            <a:ext cx="1303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highlight>
                  <a:srgbClr val="C0C0C0"/>
                </a:highlight>
              </a:rPr>
              <a:t>_ObjSize</a:t>
            </a:r>
            <a:endParaRPr kumimoji="1" lang="ja-JP" altLang="en-US" sz="1400" b="1" dirty="0">
              <a:highlight>
                <a:srgbClr val="C0C0C0"/>
              </a:highlight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97346A6-CD6B-31B7-95EC-A010DB180EAF}"/>
              </a:ext>
            </a:extLst>
          </p:cNvPr>
          <p:cNvSpPr txBox="1"/>
          <p:nvPr/>
        </p:nvSpPr>
        <p:spPr>
          <a:xfrm>
            <a:off x="4633273" y="3467338"/>
            <a:ext cx="7114032" cy="169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ハム子中心が猫のエリアに侵入 ⇒ ゲームオーバー</a:t>
            </a:r>
            <a:endParaRPr kumimoji="1" lang="en-US" altLang="ja-JP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またはメインタイマーが時間切れでもゲームオーバー</a:t>
            </a:r>
            <a:endParaRPr kumimoji="1" lang="en-US" altLang="ja-JP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ja-JP" dirty="0">
                <a:highlight>
                  <a:srgbClr val="C0C0C0"/>
                </a:highlight>
              </a:rPr>
              <a:t>ColItemSet</a:t>
            </a:r>
            <a:r>
              <a:rPr kumimoji="1" lang="ja-JP" altLang="en-US" dirty="0"/>
              <a:t>のレコード数がゼロになったらゲームクリア</a:t>
            </a:r>
            <a:endParaRPr kumimoji="1" lang="en-US" altLang="ja-JP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97708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DDF81E-4467-64E9-0330-DD745C80B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難易度調整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4ED301C-45B2-5960-7195-E5F575BB016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/>
              <a:t>2025</a:t>
            </a:r>
            <a:r>
              <a:rPr lang="ja-JP" altLang="en-US"/>
              <a:t>年</a:t>
            </a:r>
            <a:r>
              <a:rPr lang="en-US" altLang="ja-JP"/>
              <a:t>10</a:t>
            </a:r>
            <a:r>
              <a:rPr lang="ja-JP" altLang="en-US"/>
              <a:t>月</a:t>
            </a:r>
            <a:r>
              <a:rPr lang="en-US" altLang="ja-JP"/>
              <a:t>18</a:t>
            </a:r>
            <a:r>
              <a:rPr lang="ja-JP" altLang="en-US"/>
              <a:t>日 </a:t>
            </a:r>
            <a:r>
              <a:rPr lang="en-US" altLang="ja-JP"/>
              <a:t>JPPGB</a:t>
            </a:r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B2C4084-CB4B-F4F5-DC5C-80EBAA906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/>
              <a:t>#2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B7F4087-B851-9922-9CB2-E0506012A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04" y="935743"/>
            <a:ext cx="2318867" cy="530143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83E454-4A8E-1E99-0258-8FFE356E8548}"/>
              </a:ext>
            </a:extLst>
          </p:cNvPr>
          <p:cNvSpPr txBox="1"/>
          <p:nvPr/>
        </p:nvSpPr>
        <p:spPr>
          <a:xfrm>
            <a:off x="5398748" y="1472656"/>
            <a:ext cx="6521071" cy="2692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kumimoji="1" lang="en-US" altLang="ja-JP" sz="2400" dirty="0">
                <a:highlight>
                  <a:srgbClr val="C0C0C0"/>
                </a:highlight>
              </a:rPr>
              <a:t>_</a:t>
            </a:r>
            <a:r>
              <a:rPr kumimoji="1" lang="en-US" altLang="ja-JP" sz="2400" dirty="0" err="1">
                <a:highlight>
                  <a:srgbClr val="C0C0C0"/>
                </a:highlight>
              </a:rPr>
              <a:t>catV</a:t>
            </a:r>
            <a:r>
              <a:rPr kumimoji="1" lang="ja-JP" altLang="en-US" sz="2400" dirty="0"/>
              <a:t>： 猫の速度</a:t>
            </a:r>
            <a:endParaRPr kumimoji="1" lang="en-US" altLang="ja-JP" sz="2400" dirty="0"/>
          </a:p>
          <a:p>
            <a:pPr>
              <a:lnSpc>
                <a:spcPct val="250000"/>
              </a:lnSpc>
            </a:pPr>
            <a:r>
              <a:rPr kumimoji="1" lang="en-US" altLang="ja-JP" sz="2400" dirty="0">
                <a:highlight>
                  <a:srgbClr val="C0C0C0"/>
                </a:highlight>
              </a:rPr>
              <a:t>_duration</a:t>
            </a:r>
            <a:r>
              <a:rPr kumimoji="1" lang="ja-JP" altLang="en-US" sz="2400" dirty="0"/>
              <a:t>： 制限時間</a:t>
            </a:r>
            <a:r>
              <a:rPr kumimoji="1" lang="en-US" altLang="ja-JP" sz="2400" dirty="0"/>
              <a:t>[msec]</a:t>
            </a:r>
          </a:p>
          <a:p>
            <a:pPr>
              <a:lnSpc>
                <a:spcPct val="250000"/>
              </a:lnSpc>
            </a:pPr>
            <a:r>
              <a:rPr kumimoji="1" lang="ja-JP" altLang="en-US" sz="2400" dirty="0">
                <a:highlight>
                  <a:srgbClr val="C0C0C0"/>
                </a:highlight>
              </a:rPr>
              <a:t>＿</a:t>
            </a:r>
            <a:r>
              <a:rPr kumimoji="1" lang="en-US" altLang="ja-JP" sz="2400" dirty="0" err="1">
                <a:highlight>
                  <a:srgbClr val="C0C0C0"/>
                </a:highlight>
              </a:rPr>
              <a:t>IteNum</a:t>
            </a:r>
            <a:r>
              <a:rPr kumimoji="1" lang="ja-JP" altLang="en-US" sz="2400" dirty="0"/>
              <a:t>： エサの個数</a:t>
            </a:r>
          </a:p>
        </p:txBody>
      </p:sp>
      <p:sp>
        <p:nvSpPr>
          <p:cNvPr id="8" name="右中かっこ 7">
            <a:extLst>
              <a:ext uri="{FF2B5EF4-FFF2-40B4-BE49-F238E27FC236}">
                <a16:creationId xmlns:a16="http://schemas.microsoft.com/office/drawing/2014/main" id="{2BD4C370-5139-8691-1134-222C13D47AE3}"/>
              </a:ext>
            </a:extLst>
          </p:cNvPr>
          <p:cNvSpPr/>
          <p:nvPr/>
        </p:nvSpPr>
        <p:spPr>
          <a:xfrm>
            <a:off x="4284971" y="4806954"/>
            <a:ext cx="263782" cy="11856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DB40AB-3E11-4334-9EDD-50485BBA941E}"/>
              </a:ext>
            </a:extLst>
          </p:cNvPr>
          <p:cNvSpPr txBox="1"/>
          <p:nvPr/>
        </p:nvSpPr>
        <p:spPr>
          <a:xfrm>
            <a:off x="4615687" y="5168931"/>
            <a:ext cx="5517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鬼</a:t>
            </a:r>
            <a:r>
              <a:rPr kumimoji="1" lang="en-US" altLang="ja-JP" sz="2400" dirty="0"/>
              <a:t>Mode</a:t>
            </a:r>
            <a:r>
              <a:rPr kumimoji="1" lang="ja-JP" altLang="en-US" sz="2400" dirty="0"/>
              <a:t> ⇒ 私と長女</a:t>
            </a:r>
            <a:r>
              <a:rPr kumimoji="1" lang="en-US" altLang="ja-JP" sz="2400" dirty="0"/>
              <a:t>(</a:t>
            </a:r>
            <a:r>
              <a:rPr kumimoji="1" lang="ja-JP" altLang="en-US" sz="2400" dirty="0"/>
              <a:t>小</a:t>
            </a:r>
            <a:r>
              <a:rPr kumimoji="1" lang="en-US" altLang="ja-JP" sz="2400" dirty="0"/>
              <a:t>3)</a:t>
            </a:r>
            <a:r>
              <a:rPr kumimoji="1" lang="ja-JP" altLang="en-US" sz="2400" dirty="0"/>
              <a:t>クリア済み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468209E-9427-87C4-9855-746FAA2E1197}"/>
              </a:ext>
            </a:extLst>
          </p:cNvPr>
          <p:cNvSpPr txBox="1"/>
          <p:nvPr/>
        </p:nvSpPr>
        <p:spPr>
          <a:xfrm>
            <a:off x="4902406" y="1241823"/>
            <a:ext cx="5517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3</a:t>
            </a:r>
            <a:r>
              <a:rPr kumimoji="1" lang="ja-JP" altLang="en-US" sz="2400" dirty="0"/>
              <a:t>要素で難易度調整</a:t>
            </a:r>
          </a:p>
        </p:txBody>
      </p:sp>
    </p:spTree>
    <p:extLst>
      <p:ext uri="{BB962C8B-B14F-4D97-AF65-F5344CB8AC3E}">
        <p14:creationId xmlns:p14="http://schemas.microsoft.com/office/powerpoint/2010/main" val="5729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1FA984-B17C-DAE8-F186-6D22712EC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あとがき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0E8BE3D-3593-6779-DCB1-B6C2BE117B4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/>
              <a:t>2025</a:t>
            </a:r>
            <a:r>
              <a:rPr lang="ja-JP" altLang="en-US"/>
              <a:t>年</a:t>
            </a:r>
            <a:r>
              <a:rPr lang="en-US" altLang="ja-JP"/>
              <a:t>10</a:t>
            </a:r>
            <a:r>
              <a:rPr lang="ja-JP" altLang="en-US"/>
              <a:t>月</a:t>
            </a:r>
            <a:r>
              <a:rPr lang="en-US" altLang="ja-JP"/>
              <a:t>18</a:t>
            </a:r>
            <a:r>
              <a:rPr lang="ja-JP" altLang="en-US"/>
              <a:t>日 </a:t>
            </a:r>
            <a:r>
              <a:rPr lang="en-US" altLang="ja-JP"/>
              <a:t>JPPGB</a:t>
            </a:r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4E5A3C3-56C6-745B-0DC0-97F5AAB9E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/>
              <a:t>#2</a:t>
            </a:r>
            <a:endParaRPr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89E83E-58FF-1098-BC32-62824CBCB728}"/>
              </a:ext>
            </a:extLst>
          </p:cNvPr>
          <p:cNvSpPr txBox="1"/>
          <p:nvPr/>
        </p:nvSpPr>
        <p:spPr>
          <a:xfrm>
            <a:off x="883403" y="627670"/>
            <a:ext cx="9190495" cy="1676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400" dirty="0"/>
              <a:t>参加を決めてから約１週間、夜な夜な寝不足になりながら没頭しました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kumimoji="1" lang="ja-JP" altLang="en-US" sz="2400" dirty="0"/>
              <a:t>遊んでくれる人をどう楽しませるか？ ⇒ 業務アプリ製作でも大事！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kumimoji="1" lang="ja-JP" altLang="en-US" sz="2400" dirty="0"/>
              <a:t>こんなに少ないコード＆短期間で実装できる</a:t>
            </a:r>
            <a:r>
              <a:rPr kumimoji="1" lang="en-US" altLang="ja-JP" sz="2400" dirty="0"/>
              <a:t>Power</a:t>
            </a:r>
            <a:r>
              <a:rPr kumimoji="1" lang="ja-JP" altLang="en-US" sz="2400" dirty="0"/>
              <a:t> </a:t>
            </a:r>
            <a:r>
              <a:rPr kumimoji="1" lang="en-US" altLang="ja-JP" sz="2400" dirty="0"/>
              <a:t>Apps</a:t>
            </a:r>
            <a:r>
              <a:rPr kumimoji="1" lang="ja-JP" altLang="en-US" sz="2400" dirty="0"/>
              <a:t>最高！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8AD90FD-EF1E-B879-F4C5-74F72B2CDAF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031" y="2621053"/>
            <a:ext cx="3752014" cy="274701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3477D37-FBBD-0139-2092-52DF4D42DB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39762" y="2417476"/>
            <a:ext cx="3200549" cy="315416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A51E6B7-0597-E274-63C2-D5293D87990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3657" y="2850081"/>
            <a:ext cx="2947493" cy="2288954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3" name="矢印: 右 12">
            <a:extLst>
              <a:ext uri="{FF2B5EF4-FFF2-40B4-BE49-F238E27FC236}">
                <a16:creationId xmlns:a16="http://schemas.microsoft.com/office/drawing/2014/main" id="{E41AB4C7-6ED7-3F13-7E6E-C91B7CDC3CD4}"/>
              </a:ext>
            </a:extLst>
          </p:cNvPr>
          <p:cNvSpPr/>
          <p:nvPr/>
        </p:nvSpPr>
        <p:spPr>
          <a:xfrm>
            <a:off x="4302784" y="3376563"/>
            <a:ext cx="543134" cy="123599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DA313479-7788-F9FE-350C-0141D82CAB8D}"/>
              </a:ext>
            </a:extLst>
          </p:cNvPr>
          <p:cNvSpPr/>
          <p:nvPr/>
        </p:nvSpPr>
        <p:spPr>
          <a:xfrm>
            <a:off x="7928889" y="3376563"/>
            <a:ext cx="543134" cy="123599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9338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66074-2FD1-CA85-4810-69466CCA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これを</a:t>
            </a:r>
            <a:r>
              <a:rPr kumimoji="1" lang="en-US" altLang="ja-JP" dirty="0"/>
              <a:t>Code</a:t>
            </a:r>
            <a:r>
              <a:rPr kumimoji="1" lang="ja-JP" altLang="en-US" dirty="0"/>
              <a:t> </a:t>
            </a:r>
            <a:r>
              <a:rPr kumimoji="1" lang="en-US" altLang="ja-JP" dirty="0"/>
              <a:t>Apps</a:t>
            </a:r>
            <a:r>
              <a:rPr kumimoji="1" lang="ja-JP" altLang="en-US" dirty="0"/>
              <a:t>で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A233C29-2D19-F181-1DC7-0A60C5AC9DA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/>
              <a:t>2025</a:t>
            </a:r>
            <a:r>
              <a:rPr lang="ja-JP" altLang="en-US"/>
              <a:t>年</a:t>
            </a:r>
            <a:r>
              <a:rPr lang="en-US" altLang="ja-JP"/>
              <a:t>10</a:t>
            </a:r>
            <a:r>
              <a:rPr lang="ja-JP" altLang="en-US"/>
              <a:t>月</a:t>
            </a:r>
            <a:r>
              <a:rPr lang="en-US" altLang="ja-JP"/>
              <a:t>18</a:t>
            </a:r>
            <a:r>
              <a:rPr lang="ja-JP" altLang="en-US"/>
              <a:t>日 </a:t>
            </a:r>
            <a:r>
              <a:rPr lang="en-US" altLang="ja-JP"/>
              <a:t>JPPGB</a:t>
            </a:r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126692E-1EF8-1B99-0018-EF6BE53C07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/>
              <a:t>#2</a:t>
            </a:r>
            <a:endParaRPr lang="en-US" altLang="ja-JP" dirty="0"/>
          </a:p>
        </p:txBody>
      </p:sp>
      <p:pic>
        <p:nvPicPr>
          <p:cNvPr id="7" name="オンライン メディア 5" title="がんばれハム子 CodeApps">
            <a:hlinkClick r:id="" action="ppaction://media"/>
            <a:extLst>
              <a:ext uri="{FF2B5EF4-FFF2-40B4-BE49-F238E27FC236}">
                <a16:creationId xmlns:a16="http://schemas.microsoft.com/office/drawing/2014/main" id="{77E4C539-FD02-F720-9964-596BC70A746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413831" y="713140"/>
            <a:ext cx="3039218" cy="538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8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99DA53-B85F-F0B2-4FDE-21E7D1BC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Code</a:t>
            </a:r>
            <a:r>
              <a:rPr kumimoji="1" lang="ja-JP" altLang="en-US" dirty="0"/>
              <a:t> </a:t>
            </a:r>
            <a:r>
              <a:rPr kumimoji="1" lang="en-US" altLang="ja-JP" dirty="0"/>
              <a:t>Apps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E8CD1DE-ED96-330A-FC79-657EC5BEDE3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ja-JP"/>
              <a:t>2025</a:t>
            </a:r>
            <a:r>
              <a:rPr lang="ja-JP" altLang="en-US"/>
              <a:t>年</a:t>
            </a:r>
            <a:r>
              <a:rPr lang="en-US" altLang="ja-JP"/>
              <a:t>10</a:t>
            </a:r>
            <a:r>
              <a:rPr lang="ja-JP" altLang="en-US"/>
              <a:t>月</a:t>
            </a:r>
            <a:r>
              <a:rPr lang="en-US" altLang="ja-JP"/>
              <a:t>18</a:t>
            </a:r>
            <a:r>
              <a:rPr lang="ja-JP" altLang="en-US"/>
              <a:t>日 </a:t>
            </a:r>
            <a:r>
              <a:rPr lang="en-US" altLang="ja-JP"/>
              <a:t>JPPGB</a:t>
            </a:r>
            <a:endParaRPr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72601C-09B3-4F6A-1A54-BB538B68A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/>
              <a:t>#2</a:t>
            </a:r>
            <a:endParaRPr lang="en-US" altLang="ja-JP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7C8FECA-7B9F-1541-FCC7-8C47DD50C53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649" y="929144"/>
            <a:ext cx="4556801" cy="487087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E7103F5-5249-F2DF-B7E4-D851446394A9}"/>
              </a:ext>
            </a:extLst>
          </p:cNvPr>
          <p:cNvSpPr txBox="1"/>
          <p:nvPr/>
        </p:nvSpPr>
        <p:spPr>
          <a:xfrm>
            <a:off x="5550387" y="1154572"/>
            <a:ext cx="6011693" cy="4119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仕様書作って爆速でアプリ完成</a:t>
            </a:r>
            <a:endParaRPr kumimoji="1" lang="en-US" altLang="ja-JP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仕様書そのものも</a:t>
            </a:r>
            <a:r>
              <a:rPr kumimoji="1" lang="en-US" altLang="ja-JP" dirty="0"/>
              <a:t>Copilot</a:t>
            </a:r>
            <a:r>
              <a:rPr kumimoji="1" lang="ja-JP" altLang="en-US" dirty="0"/>
              <a:t>と一緒に</a:t>
            </a:r>
            <a:endParaRPr kumimoji="1" lang="en-US" altLang="ja-JP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en-US" altLang="ja-JP" dirty="0"/>
              <a:t>Android</a:t>
            </a:r>
            <a:r>
              <a:rPr kumimoji="1" lang="ja-JP" altLang="en-US" dirty="0"/>
              <a:t>デバイスでは加速度が取得できなかった</a:t>
            </a:r>
            <a:endParaRPr kumimoji="1" lang="en-US" altLang="ja-JP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爆速だがやはり細かい指示しきれないので想定外の動作</a:t>
            </a:r>
            <a:endParaRPr kumimoji="1" lang="en-US" altLang="ja-JP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表示や操作感のレビューと修正はまだ人間必須</a:t>
            </a:r>
            <a:endParaRPr kumimoji="1" lang="en-US" altLang="ja-JP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ja-JP" altLang="en-US" dirty="0"/>
              <a:t>制限はあるがキャンバスアプリの安心感◎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06509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6B86E8F3-6AE1-D8A2-2222-A648E7A289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520" b="99805" l="1760" r="96481">
                        <a14:foregroundMark x1="11730" y1="37402" x2="11730" y2="37402"/>
                        <a14:foregroundMark x1="6745" y1="39355" x2="3812" y2="55176"/>
                        <a14:foregroundMark x1="2786" y1="67383" x2="2933" y2="69238"/>
                        <a14:foregroundMark x1="5572" y1="73535" x2="27566" y2="89258"/>
                        <a14:foregroundMark x1="27566" y1="89258" x2="30938" y2="99805"/>
                        <a14:foregroundMark x1="66716" y1="25488" x2="79032" y2="32813"/>
                        <a14:foregroundMark x1="79032" y1="32813" x2="90909" y2="46777"/>
                        <a14:foregroundMark x1="90909" y1="46777" x2="82551" y2="62598"/>
                        <a14:foregroundMark x1="82551" y1="62598" x2="81818" y2="80176"/>
                        <a14:foregroundMark x1="93548" y1="38184" x2="89003" y2="67480"/>
                        <a14:foregroundMark x1="89003" y1="67480" x2="81672" y2="81543"/>
                        <a14:foregroundMark x1="81672" y1="81543" x2="64516" y2="89844"/>
                        <a14:foregroundMark x1="64516" y1="89844" x2="43988" y2="94336"/>
                        <a14:foregroundMark x1="43988" y1="94336" x2="22874" y2="84863"/>
                        <a14:foregroundMark x1="22874" y1="84863" x2="8651" y2="67480"/>
                        <a14:foregroundMark x1="8651" y1="67480" x2="3519" y2="42773"/>
                        <a14:foregroundMark x1="3519" y1="42773" x2="5425" y2="38965"/>
                        <a14:foregroundMark x1="17742" y1="17969" x2="28739" y2="7617"/>
                        <a14:foregroundMark x1="28739" y1="7617" x2="50440" y2="12793"/>
                        <a14:foregroundMark x1="67155" y1="24512" x2="74780" y2="29785"/>
                        <a14:foregroundMark x1="50440" y1="12793" x2="58211" y2="18164"/>
                        <a14:foregroundMark x1="62903" y1="25977" x2="71408" y2="28418"/>
                        <a14:foregroundMark x1="60557" y1="25293" x2="62023" y2="25781"/>
                        <a14:foregroundMark x1="52199" y1="22949" x2="59531" y2="25000"/>
                        <a14:foregroundMark x1="71408" y1="28418" x2="91056" y2="38965"/>
                        <a14:foregroundMark x1="91056" y1="38965" x2="96481" y2="59473"/>
                        <a14:foregroundMark x1="96481" y1="59473" x2="76100" y2="82520"/>
                        <a14:foregroundMark x1="76100" y1="82520" x2="33578" y2="70898"/>
                        <a14:foregroundMark x1="27859" y1="64551" x2="19501" y2="44629"/>
                        <a14:foregroundMark x1="19501" y1="44629" x2="53519" y2="33008"/>
                        <a14:foregroundMark x1="53519" y1="33008" x2="73021" y2="34668"/>
                        <a14:foregroundMark x1="73021" y1="34668" x2="79032" y2="34473"/>
                        <a14:foregroundMark x1="3519" y1="69043" x2="1613" y2="68164"/>
                        <a14:foregroundMark x1="12610" y1="72949" x2="5425" y2="69824"/>
                        <a14:foregroundMark x1="1613" y1="68164" x2="1466" y2="67383"/>
                        <a14:foregroundMark x1="4839" y1="64453" x2="5718" y2="66113"/>
                        <a14:foregroundMark x1="4839" y1="67285" x2="3666" y2="68945"/>
                        <a14:foregroundMark x1="5718" y1="66113" x2="4839" y2="67285"/>
                        <a14:foregroundMark x1="59677" y1="21875" x2="67595" y2="24805"/>
                        <a14:foregroundMark x1="12317" y1="33203" x2="8944" y2="37402"/>
                        <a14:foregroundMark x1="2199" y1="54004" x2="3372" y2="67383"/>
                        <a14:foregroundMark x1="6158" y1="73047" x2="7625" y2="74219"/>
                        <a14:foregroundMark x1="5132" y1="72949" x2="6452" y2="74023"/>
                        <a14:backgroundMark x1="12757" y1="31641" x2="11290" y2="22461"/>
                        <a14:backgroundMark x1="11290" y1="22461" x2="14223" y2="29785"/>
                        <a14:backgroundMark x1="14223" y1="29785" x2="12170" y2="31934"/>
                        <a14:backgroundMark x1="15543" y1="23242" x2="13050" y2="25293"/>
                        <a14:backgroundMark x1="16422" y1="20605" x2="15982" y2="20898"/>
                        <a14:backgroundMark x1="16276" y1="23242" x2="16276" y2="21289"/>
                        <a14:backgroundMark x1="15396" y1="23828" x2="13636" y2="25000"/>
                        <a14:backgroundMark x1="16422" y1="17871" x2="15836" y2="23828"/>
                        <a14:backgroundMark x1="6452" y1="36523" x2="4106" y2="38281"/>
                        <a14:backgroundMark x1="13050" y1="31641" x2="11437" y2="32910"/>
                        <a14:backgroundMark x1="733" y1="70898" x2="4985" y2="73047"/>
                        <a14:backgroundMark x1="1760" y1="69531" x2="4545" y2="73438"/>
                        <a14:backgroundMark x1="27713" y1="64551" x2="30645" y2="71582"/>
                        <a14:backgroundMark x1="30645" y1="71582" x2="30205" y2="72461"/>
                        <a14:backgroundMark x1="58358" y1="18164" x2="60411" y2="21289"/>
                        <a14:backgroundMark x1="68182" y1="22754" x2="69208" y2="223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75492" y="928536"/>
            <a:ext cx="3608475" cy="541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62F8DA-1C0C-E878-790C-2939CF4B5800}"/>
              </a:ext>
            </a:extLst>
          </p:cNvPr>
          <p:cNvSpPr txBox="1"/>
          <p:nvPr/>
        </p:nvSpPr>
        <p:spPr>
          <a:xfrm>
            <a:off x="196768" y="1306028"/>
            <a:ext cx="93870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現場からは以上です。</a:t>
            </a:r>
            <a:endParaRPr kumimoji="1" lang="en-US" altLang="ja-JP" sz="7200" dirty="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7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ご安全に。</a:t>
            </a:r>
          </a:p>
        </p:txBody>
      </p:sp>
      <p:sp>
        <p:nvSpPr>
          <p:cNvPr id="5" name="日付プレースホルダー 2">
            <a:extLst>
              <a:ext uri="{FF2B5EF4-FFF2-40B4-BE49-F238E27FC236}">
                <a16:creationId xmlns:a16="http://schemas.microsoft.com/office/drawing/2014/main" id="{2C30FE8B-53E1-0998-02B9-5CD406961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r>
              <a:rPr lang="en-US" altLang="ja-JP" dirty="0"/>
              <a:t>2025</a:t>
            </a:r>
            <a:r>
              <a:rPr lang="ja-JP" altLang="en-US"/>
              <a:t>年</a:t>
            </a:r>
            <a:r>
              <a:rPr lang="en-US" altLang="ja-JP" dirty="0"/>
              <a:t>10</a:t>
            </a:r>
            <a:r>
              <a:rPr lang="ja-JP" altLang="en-US"/>
              <a:t>月</a:t>
            </a:r>
            <a:r>
              <a:rPr lang="en-US" altLang="ja-JP" dirty="0"/>
              <a:t>18</a:t>
            </a:r>
            <a:r>
              <a:rPr lang="ja-JP" altLang="en-US"/>
              <a:t>日 </a:t>
            </a:r>
            <a:r>
              <a:rPr lang="en-US" altLang="ja-JP" dirty="0"/>
              <a:t>JPPGB</a:t>
            </a:r>
            <a:endParaRPr lang="en-US" dirty="0"/>
          </a:p>
        </p:txBody>
      </p:sp>
      <p:sp>
        <p:nvSpPr>
          <p:cNvPr id="6" name="フッター プレースホルダー 3">
            <a:extLst>
              <a:ext uri="{FF2B5EF4-FFF2-40B4-BE49-F238E27FC236}">
                <a16:creationId xmlns:a16="http://schemas.microsoft.com/office/drawing/2014/main" id="{27BD1FFE-E9E1-41BB-854F-4B6A09384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ja-JP" altLang="en-US"/>
              <a:t>ゲーム作成コンテスト </a:t>
            </a:r>
            <a:r>
              <a:rPr lang="en-US" altLang="ja-JP" dirty="0"/>
              <a:t>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44283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1459</Words>
  <Application>Microsoft Office PowerPoint</Application>
  <PresentationFormat>ワイド画面</PresentationFormat>
  <Paragraphs>243</Paragraphs>
  <Slides>20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30" baseType="lpstr">
      <vt:lpstr>HGS創英角ﾎﾟｯﾌﾟ体</vt:lpstr>
      <vt:lpstr>Meiryo UI</vt:lpstr>
      <vt:lpstr>Menlo</vt:lpstr>
      <vt:lpstr>ＭＳ ゴシック</vt:lpstr>
      <vt:lpstr>UD デジタル 教科書体 NK</vt:lpstr>
      <vt:lpstr>游ゴシック</vt:lpstr>
      <vt:lpstr>Arial</vt:lpstr>
      <vt:lpstr>Calibri</vt:lpstr>
      <vt:lpstr>Wingdings</vt:lpstr>
      <vt:lpstr>レトロスペクト</vt:lpstr>
      <vt:lpstr>がんばれハム子 製作秘話</vt:lpstr>
      <vt:lpstr>自己紹介</vt:lpstr>
      <vt:lpstr>作品紹介</vt:lpstr>
      <vt:lpstr>プレイの様子</vt:lpstr>
      <vt:lpstr>ハム子紹介</vt:lpstr>
      <vt:lpstr>着想背景</vt:lpstr>
      <vt:lpstr>加速度（Acceleration）信号の検知</vt:lpstr>
      <vt:lpstr>正負がややこしい・・・</vt:lpstr>
      <vt:lpstr>ゲーム実装解説</vt:lpstr>
      <vt:lpstr>変数設定(ボタン) アイテム配置</vt:lpstr>
      <vt:lpstr>というわけでリファクタリング</vt:lpstr>
      <vt:lpstr>演算処理(タイマー)① ハム子のアニメ</vt:lpstr>
      <vt:lpstr>演算処理(タイマー)② ハム子＆猫の移動計算</vt:lpstr>
      <vt:lpstr>演算処理(タイマー)③ 接触判定（えさ捕食）</vt:lpstr>
      <vt:lpstr>演算処理(タイマー)④ 接触判定（猫接触）</vt:lpstr>
      <vt:lpstr>難易度調整</vt:lpstr>
      <vt:lpstr>あとがき</vt:lpstr>
      <vt:lpstr>これをCode Appsで</vt:lpstr>
      <vt:lpstr>Code Apps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2025-10-15T16:53:45Z</dcterms:created>
  <dcterms:modified xsi:type="dcterms:W3CDTF">2025-10-15T16:54:57Z</dcterms:modified>
</cp:coreProperties>
</file>